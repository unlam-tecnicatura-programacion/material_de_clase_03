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0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62BC9A-CA20-493B-9B8D-4BDDB531BE4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63E4CF8-D174-43BD-B223-279A0828FA96}">
      <dgm:prSet/>
      <dgm:spPr/>
      <dgm:t>
        <a:bodyPr/>
        <a:lstStyle/>
        <a:p>
          <a:r>
            <a:rPr lang="en-US"/>
            <a:t>• C++: Rápido, usado en motores como Unreal Engine.</a:t>
          </a:r>
        </a:p>
      </dgm:t>
    </dgm:pt>
    <dgm:pt modelId="{6BFAB4E2-06EA-4E4F-9A21-D01D086C838A}" type="parTrans" cxnId="{C6A9A060-2648-43A6-A1B2-3710D5797654}">
      <dgm:prSet/>
      <dgm:spPr/>
      <dgm:t>
        <a:bodyPr/>
        <a:lstStyle/>
        <a:p>
          <a:endParaRPr lang="en-US"/>
        </a:p>
      </dgm:t>
    </dgm:pt>
    <dgm:pt modelId="{7DBC59EA-ADAA-42E6-ACC9-75C32AA808D3}" type="sibTrans" cxnId="{C6A9A060-2648-43A6-A1B2-3710D5797654}">
      <dgm:prSet/>
      <dgm:spPr/>
      <dgm:t>
        <a:bodyPr/>
        <a:lstStyle/>
        <a:p>
          <a:endParaRPr lang="en-US"/>
        </a:p>
      </dgm:t>
    </dgm:pt>
    <dgm:pt modelId="{90DC0149-213C-4FE5-BC12-BB8176DBE2D4}">
      <dgm:prSet/>
      <dgm:spPr/>
      <dgm:t>
        <a:bodyPr/>
        <a:lstStyle/>
        <a:p>
          <a:r>
            <a:rPr lang="en-US"/>
            <a:t>• C#: Lenguaje principal en Unity.</a:t>
          </a:r>
        </a:p>
      </dgm:t>
    </dgm:pt>
    <dgm:pt modelId="{F299BB6F-A5CC-433D-8F72-DBAF844E79A1}" type="parTrans" cxnId="{F074D378-8E3D-4CD7-8B9F-90F945BB1391}">
      <dgm:prSet/>
      <dgm:spPr/>
      <dgm:t>
        <a:bodyPr/>
        <a:lstStyle/>
        <a:p>
          <a:endParaRPr lang="en-US"/>
        </a:p>
      </dgm:t>
    </dgm:pt>
    <dgm:pt modelId="{055545E4-070F-4E65-8549-05D2279B1F85}" type="sibTrans" cxnId="{F074D378-8E3D-4CD7-8B9F-90F945BB1391}">
      <dgm:prSet/>
      <dgm:spPr/>
      <dgm:t>
        <a:bodyPr/>
        <a:lstStyle/>
        <a:p>
          <a:endParaRPr lang="en-US"/>
        </a:p>
      </dgm:t>
    </dgm:pt>
    <dgm:pt modelId="{82C2C7D1-2035-4FF4-9EA4-D7D45C08EFAA}">
      <dgm:prSet/>
      <dgm:spPr/>
      <dgm:t>
        <a:bodyPr/>
        <a:lstStyle/>
        <a:p>
          <a:r>
            <a:rPr lang="en-US"/>
            <a:t>• Python: Fácil de aprender, ideal para prototipos.</a:t>
          </a:r>
        </a:p>
      </dgm:t>
    </dgm:pt>
    <dgm:pt modelId="{495E45C0-E0C1-4214-93CC-60158F0B3AE5}" type="parTrans" cxnId="{EFB15298-7726-45BD-83CD-90D13A32B9B4}">
      <dgm:prSet/>
      <dgm:spPr/>
      <dgm:t>
        <a:bodyPr/>
        <a:lstStyle/>
        <a:p>
          <a:endParaRPr lang="en-US"/>
        </a:p>
      </dgm:t>
    </dgm:pt>
    <dgm:pt modelId="{075798CB-32E1-44BE-9479-E8E12663D4F0}" type="sibTrans" cxnId="{EFB15298-7726-45BD-83CD-90D13A32B9B4}">
      <dgm:prSet/>
      <dgm:spPr/>
      <dgm:t>
        <a:bodyPr/>
        <a:lstStyle/>
        <a:p>
          <a:endParaRPr lang="en-US"/>
        </a:p>
      </dgm:t>
    </dgm:pt>
    <dgm:pt modelId="{F39EFBF3-152A-4FD0-BF75-5F014687CD8B}">
      <dgm:prSet/>
      <dgm:spPr/>
      <dgm:t>
        <a:bodyPr/>
        <a:lstStyle/>
        <a:p>
          <a:r>
            <a:rPr lang="en-US"/>
            <a:t>• JavaScript: Para juegos web con HTML5.</a:t>
          </a:r>
        </a:p>
      </dgm:t>
    </dgm:pt>
    <dgm:pt modelId="{76049164-6B11-471E-B449-FF3892F1F87B}" type="parTrans" cxnId="{7F9CA4CB-1DE4-48B5-94BB-E96FE83FA9CF}">
      <dgm:prSet/>
      <dgm:spPr/>
      <dgm:t>
        <a:bodyPr/>
        <a:lstStyle/>
        <a:p>
          <a:endParaRPr lang="en-US"/>
        </a:p>
      </dgm:t>
    </dgm:pt>
    <dgm:pt modelId="{E00ADAF7-75F2-445F-97E4-6EB4AF0C234F}" type="sibTrans" cxnId="{7F9CA4CB-1DE4-48B5-94BB-E96FE83FA9CF}">
      <dgm:prSet/>
      <dgm:spPr/>
      <dgm:t>
        <a:bodyPr/>
        <a:lstStyle/>
        <a:p>
          <a:endParaRPr lang="en-US"/>
        </a:p>
      </dgm:t>
    </dgm:pt>
    <dgm:pt modelId="{9743D832-A38E-47F2-AD0F-12D2AFB484B5}">
      <dgm:prSet/>
      <dgm:spPr/>
      <dgm:t>
        <a:bodyPr/>
        <a:lstStyle/>
        <a:p>
          <a:r>
            <a:rPr lang="en-US"/>
            <a:t>• Lua: Ligero y usado en motores como LOVE2D y Roblox.</a:t>
          </a:r>
        </a:p>
      </dgm:t>
    </dgm:pt>
    <dgm:pt modelId="{9545145C-87C4-4F28-8404-46CA2799F96E}" type="parTrans" cxnId="{B417E0F0-71AF-40EC-AD4B-701744E4EE47}">
      <dgm:prSet/>
      <dgm:spPr/>
      <dgm:t>
        <a:bodyPr/>
        <a:lstStyle/>
        <a:p>
          <a:endParaRPr lang="en-US"/>
        </a:p>
      </dgm:t>
    </dgm:pt>
    <dgm:pt modelId="{8301126D-B763-4F1C-A12A-800DFCCE4099}" type="sibTrans" cxnId="{B417E0F0-71AF-40EC-AD4B-701744E4EE47}">
      <dgm:prSet/>
      <dgm:spPr/>
      <dgm:t>
        <a:bodyPr/>
        <a:lstStyle/>
        <a:p>
          <a:endParaRPr lang="en-US"/>
        </a:p>
      </dgm:t>
    </dgm:pt>
    <dgm:pt modelId="{27FF902A-A319-4453-AFB6-97FCFE484575}">
      <dgm:prSet/>
      <dgm:spPr/>
      <dgm:t>
        <a:bodyPr/>
        <a:lstStyle/>
        <a:p>
          <a:r>
            <a:rPr lang="en-US"/>
            <a:t>• Java: Común en juegos Android (como Minecraft).</a:t>
          </a:r>
        </a:p>
      </dgm:t>
    </dgm:pt>
    <dgm:pt modelId="{01968570-F3D2-49C0-940E-62500D4A7830}" type="parTrans" cxnId="{A7D78C5D-8417-45F9-AA32-0ABB173C7280}">
      <dgm:prSet/>
      <dgm:spPr/>
      <dgm:t>
        <a:bodyPr/>
        <a:lstStyle/>
        <a:p>
          <a:endParaRPr lang="en-US"/>
        </a:p>
      </dgm:t>
    </dgm:pt>
    <dgm:pt modelId="{09B46DE0-E50B-4D50-B9E5-42598E1E685F}" type="sibTrans" cxnId="{A7D78C5D-8417-45F9-AA32-0ABB173C7280}">
      <dgm:prSet/>
      <dgm:spPr/>
      <dgm:t>
        <a:bodyPr/>
        <a:lstStyle/>
        <a:p>
          <a:endParaRPr lang="en-US"/>
        </a:p>
      </dgm:t>
    </dgm:pt>
    <dgm:pt modelId="{34903FDF-818A-46AB-9875-E1EC61EE822D}" type="pres">
      <dgm:prSet presAssocID="{B362BC9A-CA20-493B-9B8D-4BDDB531BE4E}" presName="root" presStyleCnt="0">
        <dgm:presLayoutVars>
          <dgm:dir/>
          <dgm:resizeHandles val="exact"/>
        </dgm:presLayoutVars>
      </dgm:prSet>
      <dgm:spPr/>
    </dgm:pt>
    <dgm:pt modelId="{940DEC61-AEF1-4607-A660-975BE6815812}" type="pres">
      <dgm:prSet presAssocID="{163E4CF8-D174-43BD-B223-279A0828FA96}" presName="compNode" presStyleCnt="0"/>
      <dgm:spPr/>
    </dgm:pt>
    <dgm:pt modelId="{1BCD0104-9076-4885-B1D0-06B10201ECED}" type="pres">
      <dgm:prSet presAssocID="{163E4CF8-D174-43BD-B223-279A0828FA96}" presName="bgRect" presStyleLbl="bgShp" presStyleIdx="0" presStyleCnt="6"/>
      <dgm:spPr/>
    </dgm:pt>
    <dgm:pt modelId="{68CF8238-4F75-4394-A9EA-EC9BAF289C18}" type="pres">
      <dgm:prSet presAssocID="{163E4CF8-D174-43BD-B223-279A0828FA96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ACFCB7EC-5FA5-40A7-8123-F69E25123801}" type="pres">
      <dgm:prSet presAssocID="{163E4CF8-D174-43BD-B223-279A0828FA96}" presName="spaceRect" presStyleCnt="0"/>
      <dgm:spPr/>
    </dgm:pt>
    <dgm:pt modelId="{14E3C074-B878-4FFA-BD00-D5A5DD9E92C2}" type="pres">
      <dgm:prSet presAssocID="{163E4CF8-D174-43BD-B223-279A0828FA96}" presName="parTx" presStyleLbl="revTx" presStyleIdx="0" presStyleCnt="6">
        <dgm:presLayoutVars>
          <dgm:chMax val="0"/>
          <dgm:chPref val="0"/>
        </dgm:presLayoutVars>
      </dgm:prSet>
      <dgm:spPr/>
    </dgm:pt>
    <dgm:pt modelId="{01B712D0-1892-445E-B520-74B02C12BEB2}" type="pres">
      <dgm:prSet presAssocID="{7DBC59EA-ADAA-42E6-ACC9-75C32AA808D3}" presName="sibTrans" presStyleCnt="0"/>
      <dgm:spPr/>
    </dgm:pt>
    <dgm:pt modelId="{73BC76FD-7907-4741-96D5-C7AACEFE769F}" type="pres">
      <dgm:prSet presAssocID="{90DC0149-213C-4FE5-BC12-BB8176DBE2D4}" presName="compNode" presStyleCnt="0"/>
      <dgm:spPr/>
    </dgm:pt>
    <dgm:pt modelId="{A42ED916-B56B-4DAC-B0E6-4C2850A1FCB6}" type="pres">
      <dgm:prSet presAssocID="{90DC0149-213C-4FE5-BC12-BB8176DBE2D4}" presName="bgRect" presStyleLbl="bgShp" presStyleIdx="1" presStyleCnt="6"/>
      <dgm:spPr/>
    </dgm:pt>
    <dgm:pt modelId="{7BEADDEA-D07A-4D49-9017-72415A4A77C1}" type="pres">
      <dgm:prSet presAssocID="{90DC0149-213C-4FE5-BC12-BB8176DBE2D4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ting"/>
        </a:ext>
      </dgm:extLst>
    </dgm:pt>
    <dgm:pt modelId="{A4AB87E9-51C6-4C6E-BA20-B8C11AF7D5F4}" type="pres">
      <dgm:prSet presAssocID="{90DC0149-213C-4FE5-BC12-BB8176DBE2D4}" presName="spaceRect" presStyleCnt="0"/>
      <dgm:spPr/>
    </dgm:pt>
    <dgm:pt modelId="{6F633436-2EE3-4F54-AAAB-2B1CCC597DC8}" type="pres">
      <dgm:prSet presAssocID="{90DC0149-213C-4FE5-BC12-BB8176DBE2D4}" presName="parTx" presStyleLbl="revTx" presStyleIdx="1" presStyleCnt="6">
        <dgm:presLayoutVars>
          <dgm:chMax val="0"/>
          <dgm:chPref val="0"/>
        </dgm:presLayoutVars>
      </dgm:prSet>
      <dgm:spPr/>
    </dgm:pt>
    <dgm:pt modelId="{8D549DA6-E8BC-45BB-9EFF-040AD5BB815D}" type="pres">
      <dgm:prSet presAssocID="{055545E4-070F-4E65-8549-05D2279B1F85}" presName="sibTrans" presStyleCnt="0"/>
      <dgm:spPr/>
    </dgm:pt>
    <dgm:pt modelId="{26C46887-1212-46FF-9285-B570228C8317}" type="pres">
      <dgm:prSet presAssocID="{82C2C7D1-2035-4FF4-9EA4-D7D45C08EFAA}" presName="compNode" presStyleCnt="0"/>
      <dgm:spPr/>
    </dgm:pt>
    <dgm:pt modelId="{052D4798-8784-40DF-8D56-A023FB0CE488}" type="pres">
      <dgm:prSet presAssocID="{82C2C7D1-2035-4FF4-9EA4-D7D45C08EFAA}" presName="bgRect" presStyleLbl="bgShp" presStyleIdx="2" presStyleCnt="6"/>
      <dgm:spPr/>
    </dgm:pt>
    <dgm:pt modelId="{AF9A92A1-1138-49AE-B689-00721AD676F5}" type="pres">
      <dgm:prSet presAssocID="{82C2C7D1-2035-4FF4-9EA4-D7D45C08EFAA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C5A8F76C-269F-42AA-97E2-8F27A8810238}" type="pres">
      <dgm:prSet presAssocID="{82C2C7D1-2035-4FF4-9EA4-D7D45C08EFAA}" presName="spaceRect" presStyleCnt="0"/>
      <dgm:spPr/>
    </dgm:pt>
    <dgm:pt modelId="{5CD8A876-5F97-412E-A15F-82B32559F2B7}" type="pres">
      <dgm:prSet presAssocID="{82C2C7D1-2035-4FF4-9EA4-D7D45C08EFAA}" presName="parTx" presStyleLbl="revTx" presStyleIdx="2" presStyleCnt="6">
        <dgm:presLayoutVars>
          <dgm:chMax val="0"/>
          <dgm:chPref val="0"/>
        </dgm:presLayoutVars>
      </dgm:prSet>
      <dgm:spPr/>
    </dgm:pt>
    <dgm:pt modelId="{57E4D523-0C6A-4222-B5F4-F6EB97A1789D}" type="pres">
      <dgm:prSet presAssocID="{075798CB-32E1-44BE-9479-E8E12663D4F0}" presName="sibTrans" presStyleCnt="0"/>
      <dgm:spPr/>
    </dgm:pt>
    <dgm:pt modelId="{2AB6F32C-5176-4A77-BB1B-415AE4999A2C}" type="pres">
      <dgm:prSet presAssocID="{F39EFBF3-152A-4FD0-BF75-5F014687CD8B}" presName="compNode" presStyleCnt="0"/>
      <dgm:spPr/>
    </dgm:pt>
    <dgm:pt modelId="{CA0083E2-1D72-4FFB-B113-AED0622216C9}" type="pres">
      <dgm:prSet presAssocID="{F39EFBF3-152A-4FD0-BF75-5F014687CD8B}" presName="bgRect" presStyleLbl="bgShp" presStyleIdx="3" presStyleCnt="6"/>
      <dgm:spPr/>
    </dgm:pt>
    <dgm:pt modelId="{CC4A1E7D-9B25-4D70-9E5A-93F5CD6AF335}" type="pres">
      <dgm:prSet presAssocID="{F39EFBF3-152A-4FD0-BF75-5F014687CD8B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B4CD4C9C-5D40-46E9-9721-09E1C46C23BA}" type="pres">
      <dgm:prSet presAssocID="{F39EFBF3-152A-4FD0-BF75-5F014687CD8B}" presName="spaceRect" presStyleCnt="0"/>
      <dgm:spPr/>
    </dgm:pt>
    <dgm:pt modelId="{8F58EE3F-44A9-4A02-BDC2-9E47FD6193D6}" type="pres">
      <dgm:prSet presAssocID="{F39EFBF3-152A-4FD0-BF75-5F014687CD8B}" presName="parTx" presStyleLbl="revTx" presStyleIdx="3" presStyleCnt="6">
        <dgm:presLayoutVars>
          <dgm:chMax val="0"/>
          <dgm:chPref val="0"/>
        </dgm:presLayoutVars>
      </dgm:prSet>
      <dgm:spPr/>
    </dgm:pt>
    <dgm:pt modelId="{D26C341E-EEA4-4D94-8069-FAE98A2C5BE5}" type="pres">
      <dgm:prSet presAssocID="{E00ADAF7-75F2-445F-97E4-6EB4AF0C234F}" presName="sibTrans" presStyleCnt="0"/>
      <dgm:spPr/>
    </dgm:pt>
    <dgm:pt modelId="{5803C27D-F915-4B72-83AD-4D3406470655}" type="pres">
      <dgm:prSet presAssocID="{9743D832-A38E-47F2-AD0F-12D2AFB484B5}" presName="compNode" presStyleCnt="0"/>
      <dgm:spPr/>
    </dgm:pt>
    <dgm:pt modelId="{BCEF2861-D1D9-4CC9-9538-2CBF394BEFCE}" type="pres">
      <dgm:prSet presAssocID="{9743D832-A38E-47F2-AD0F-12D2AFB484B5}" presName="bgRect" presStyleLbl="bgShp" presStyleIdx="4" presStyleCnt="6"/>
      <dgm:spPr/>
    </dgm:pt>
    <dgm:pt modelId="{E5FE7927-FA0C-49E3-B80B-4E5EACEA6BB9}" type="pres">
      <dgm:prSet presAssocID="{9743D832-A38E-47F2-AD0F-12D2AFB484B5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cúter"/>
        </a:ext>
      </dgm:extLst>
    </dgm:pt>
    <dgm:pt modelId="{834BBDE7-B23A-4C94-BBE4-33D931D851B1}" type="pres">
      <dgm:prSet presAssocID="{9743D832-A38E-47F2-AD0F-12D2AFB484B5}" presName="spaceRect" presStyleCnt="0"/>
      <dgm:spPr/>
    </dgm:pt>
    <dgm:pt modelId="{ECEE2882-6485-4AD1-B6D1-3F0507C12957}" type="pres">
      <dgm:prSet presAssocID="{9743D832-A38E-47F2-AD0F-12D2AFB484B5}" presName="parTx" presStyleLbl="revTx" presStyleIdx="4" presStyleCnt="6">
        <dgm:presLayoutVars>
          <dgm:chMax val="0"/>
          <dgm:chPref val="0"/>
        </dgm:presLayoutVars>
      </dgm:prSet>
      <dgm:spPr/>
    </dgm:pt>
    <dgm:pt modelId="{081B5DA6-ADE7-4BC5-B0B8-502A00A9621E}" type="pres">
      <dgm:prSet presAssocID="{8301126D-B763-4F1C-A12A-800DFCCE4099}" presName="sibTrans" presStyleCnt="0"/>
      <dgm:spPr/>
    </dgm:pt>
    <dgm:pt modelId="{9C46BF51-95F5-457E-B71C-A4C939AC5FF3}" type="pres">
      <dgm:prSet presAssocID="{27FF902A-A319-4453-AFB6-97FCFE484575}" presName="compNode" presStyleCnt="0"/>
      <dgm:spPr/>
    </dgm:pt>
    <dgm:pt modelId="{98F160D0-1D96-4840-B6E9-4936495E8C35}" type="pres">
      <dgm:prSet presAssocID="{27FF902A-A319-4453-AFB6-97FCFE484575}" presName="bgRect" presStyleLbl="bgShp" presStyleIdx="5" presStyleCnt="6"/>
      <dgm:spPr/>
    </dgm:pt>
    <dgm:pt modelId="{E8C88349-4D0C-4618-80E2-DAB4C186A4CF}" type="pres">
      <dgm:prSet presAssocID="{27FF902A-A319-4453-AFB6-97FCFE484575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291094B4-AA80-429D-AE34-03E94C369F4C}" type="pres">
      <dgm:prSet presAssocID="{27FF902A-A319-4453-AFB6-97FCFE484575}" presName="spaceRect" presStyleCnt="0"/>
      <dgm:spPr/>
    </dgm:pt>
    <dgm:pt modelId="{2AD9F8F8-052C-4B5D-AE86-9F7F20D5E73D}" type="pres">
      <dgm:prSet presAssocID="{27FF902A-A319-4453-AFB6-97FCFE484575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C63E7319-6A03-416A-989E-507454B13DB9}" type="presOf" srcId="{B362BC9A-CA20-493B-9B8D-4BDDB531BE4E}" destId="{34903FDF-818A-46AB-9875-E1EC61EE822D}" srcOrd="0" destOrd="0" presId="urn:microsoft.com/office/officeart/2018/2/layout/IconVerticalSolidList"/>
    <dgm:cxn modelId="{1BBE7627-CB4E-4E65-B047-B204F9CA7DC3}" type="presOf" srcId="{90DC0149-213C-4FE5-BC12-BB8176DBE2D4}" destId="{6F633436-2EE3-4F54-AAAB-2B1CCC597DC8}" srcOrd="0" destOrd="0" presId="urn:microsoft.com/office/officeart/2018/2/layout/IconVerticalSolidList"/>
    <dgm:cxn modelId="{A7D78C5D-8417-45F9-AA32-0ABB173C7280}" srcId="{B362BC9A-CA20-493B-9B8D-4BDDB531BE4E}" destId="{27FF902A-A319-4453-AFB6-97FCFE484575}" srcOrd="5" destOrd="0" parTransId="{01968570-F3D2-49C0-940E-62500D4A7830}" sibTransId="{09B46DE0-E50B-4D50-B9E5-42598E1E685F}"/>
    <dgm:cxn modelId="{C6A9A060-2648-43A6-A1B2-3710D5797654}" srcId="{B362BC9A-CA20-493B-9B8D-4BDDB531BE4E}" destId="{163E4CF8-D174-43BD-B223-279A0828FA96}" srcOrd="0" destOrd="0" parTransId="{6BFAB4E2-06EA-4E4F-9A21-D01D086C838A}" sibTransId="{7DBC59EA-ADAA-42E6-ACC9-75C32AA808D3}"/>
    <dgm:cxn modelId="{FB3E9A6D-6864-42E1-A181-6484C3645491}" type="presOf" srcId="{9743D832-A38E-47F2-AD0F-12D2AFB484B5}" destId="{ECEE2882-6485-4AD1-B6D1-3F0507C12957}" srcOrd="0" destOrd="0" presId="urn:microsoft.com/office/officeart/2018/2/layout/IconVerticalSolidList"/>
    <dgm:cxn modelId="{36FD3E70-2FE3-4083-B1BF-AFBDD05B39B0}" type="presOf" srcId="{163E4CF8-D174-43BD-B223-279A0828FA96}" destId="{14E3C074-B878-4FFA-BD00-D5A5DD9E92C2}" srcOrd="0" destOrd="0" presId="urn:microsoft.com/office/officeart/2018/2/layout/IconVerticalSolidList"/>
    <dgm:cxn modelId="{F074D378-8E3D-4CD7-8B9F-90F945BB1391}" srcId="{B362BC9A-CA20-493B-9B8D-4BDDB531BE4E}" destId="{90DC0149-213C-4FE5-BC12-BB8176DBE2D4}" srcOrd="1" destOrd="0" parTransId="{F299BB6F-A5CC-433D-8F72-DBAF844E79A1}" sibTransId="{055545E4-070F-4E65-8549-05D2279B1F85}"/>
    <dgm:cxn modelId="{EFB15298-7726-45BD-83CD-90D13A32B9B4}" srcId="{B362BC9A-CA20-493B-9B8D-4BDDB531BE4E}" destId="{82C2C7D1-2035-4FF4-9EA4-D7D45C08EFAA}" srcOrd="2" destOrd="0" parTransId="{495E45C0-E0C1-4214-93CC-60158F0B3AE5}" sibTransId="{075798CB-32E1-44BE-9479-E8E12663D4F0}"/>
    <dgm:cxn modelId="{5761B8A4-EE60-4DA7-AFDF-585A3DE507DC}" type="presOf" srcId="{82C2C7D1-2035-4FF4-9EA4-D7D45C08EFAA}" destId="{5CD8A876-5F97-412E-A15F-82B32559F2B7}" srcOrd="0" destOrd="0" presId="urn:microsoft.com/office/officeart/2018/2/layout/IconVerticalSolidList"/>
    <dgm:cxn modelId="{2ECBA9B0-8AA9-45C2-A14C-ED3A29475D0B}" type="presOf" srcId="{27FF902A-A319-4453-AFB6-97FCFE484575}" destId="{2AD9F8F8-052C-4B5D-AE86-9F7F20D5E73D}" srcOrd="0" destOrd="0" presId="urn:microsoft.com/office/officeart/2018/2/layout/IconVerticalSolidList"/>
    <dgm:cxn modelId="{7F9CA4CB-1DE4-48B5-94BB-E96FE83FA9CF}" srcId="{B362BC9A-CA20-493B-9B8D-4BDDB531BE4E}" destId="{F39EFBF3-152A-4FD0-BF75-5F014687CD8B}" srcOrd="3" destOrd="0" parTransId="{76049164-6B11-471E-B449-FF3892F1F87B}" sibTransId="{E00ADAF7-75F2-445F-97E4-6EB4AF0C234F}"/>
    <dgm:cxn modelId="{7CBD75EA-3515-4DA0-BE61-ED13F20F4BC1}" type="presOf" srcId="{F39EFBF3-152A-4FD0-BF75-5F014687CD8B}" destId="{8F58EE3F-44A9-4A02-BDC2-9E47FD6193D6}" srcOrd="0" destOrd="0" presId="urn:microsoft.com/office/officeart/2018/2/layout/IconVerticalSolidList"/>
    <dgm:cxn modelId="{B417E0F0-71AF-40EC-AD4B-701744E4EE47}" srcId="{B362BC9A-CA20-493B-9B8D-4BDDB531BE4E}" destId="{9743D832-A38E-47F2-AD0F-12D2AFB484B5}" srcOrd="4" destOrd="0" parTransId="{9545145C-87C4-4F28-8404-46CA2799F96E}" sibTransId="{8301126D-B763-4F1C-A12A-800DFCCE4099}"/>
    <dgm:cxn modelId="{11C820A3-96B6-4015-9234-EBAF3D64F985}" type="presParOf" srcId="{34903FDF-818A-46AB-9875-E1EC61EE822D}" destId="{940DEC61-AEF1-4607-A660-975BE6815812}" srcOrd="0" destOrd="0" presId="urn:microsoft.com/office/officeart/2018/2/layout/IconVerticalSolidList"/>
    <dgm:cxn modelId="{EAE50DED-A9C6-44DF-B0B7-F8A2218A92DD}" type="presParOf" srcId="{940DEC61-AEF1-4607-A660-975BE6815812}" destId="{1BCD0104-9076-4885-B1D0-06B10201ECED}" srcOrd="0" destOrd="0" presId="urn:microsoft.com/office/officeart/2018/2/layout/IconVerticalSolidList"/>
    <dgm:cxn modelId="{557C17ED-F607-4832-B93B-81DA7904F3E0}" type="presParOf" srcId="{940DEC61-AEF1-4607-A660-975BE6815812}" destId="{68CF8238-4F75-4394-A9EA-EC9BAF289C18}" srcOrd="1" destOrd="0" presId="urn:microsoft.com/office/officeart/2018/2/layout/IconVerticalSolidList"/>
    <dgm:cxn modelId="{3F27A2AA-E6DC-4B89-BBB0-AD12272AF518}" type="presParOf" srcId="{940DEC61-AEF1-4607-A660-975BE6815812}" destId="{ACFCB7EC-5FA5-40A7-8123-F69E25123801}" srcOrd="2" destOrd="0" presId="urn:microsoft.com/office/officeart/2018/2/layout/IconVerticalSolidList"/>
    <dgm:cxn modelId="{D6BF906B-18E7-4788-A78E-9C97C646D794}" type="presParOf" srcId="{940DEC61-AEF1-4607-A660-975BE6815812}" destId="{14E3C074-B878-4FFA-BD00-D5A5DD9E92C2}" srcOrd="3" destOrd="0" presId="urn:microsoft.com/office/officeart/2018/2/layout/IconVerticalSolidList"/>
    <dgm:cxn modelId="{C60493C0-90F3-46E6-ACA6-DBCE4A6C56BD}" type="presParOf" srcId="{34903FDF-818A-46AB-9875-E1EC61EE822D}" destId="{01B712D0-1892-445E-B520-74B02C12BEB2}" srcOrd="1" destOrd="0" presId="urn:microsoft.com/office/officeart/2018/2/layout/IconVerticalSolidList"/>
    <dgm:cxn modelId="{FE9B3CD0-DD5A-4F03-9A83-9D1CC86DF692}" type="presParOf" srcId="{34903FDF-818A-46AB-9875-E1EC61EE822D}" destId="{73BC76FD-7907-4741-96D5-C7AACEFE769F}" srcOrd="2" destOrd="0" presId="urn:microsoft.com/office/officeart/2018/2/layout/IconVerticalSolidList"/>
    <dgm:cxn modelId="{F2B05D2F-60B3-4D52-B5ED-009701AAB22D}" type="presParOf" srcId="{73BC76FD-7907-4741-96D5-C7AACEFE769F}" destId="{A42ED916-B56B-4DAC-B0E6-4C2850A1FCB6}" srcOrd="0" destOrd="0" presId="urn:microsoft.com/office/officeart/2018/2/layout/IconVerticalSolidList"/>
    <dgm:cxn modelId="{D06B2A83-1C24-4E34-B945-2A43FC257365}" type="presParOf" srcId="{73BC76FD-7907-4741-96D5-C7AACEFE769F}" destId="{7BEADDEA-D07A-4D49-9017-72415A4A77C1}" srcOrd="1" destOrd="0" presId="urn:microsoft.com/office/officeart/2018/2/layout/IconVerticalSolidList"/>
    <dgm:cxn modelId="{2F1200FF-A698-4686-84B7-D21B84B24C95}" type="presParOf" srcId="{73BC76FD-7907-4741-96D5-C7AACEFE769F}" destId="{A4AB87E9-51C6-4C6E-BA20-B8C11AF7D5F4}" srcOrd="2" destOrd="0" presId="urn:microsoft.com/office/officeart/2018/2/layout/IconVerticalSolidList"/>
    <dgm:cxn modelId="{FD34C8DC-BF99-4055-A534-B9FBFD6E71AB}" type="presParOf" srcId="{73BC76FD-7907-4741-96D5-C7AACEFE769F}" destId="{6F633436-2EE3-4F54-AAAB-2B1CCC597DC8}" srcOrd="3" destOrd="0" presId="urn:microsoft.com/office/officeart/2018/2/layout/IconVerticalSolidList"/>
    <dgm:cxn modelId="{241AF5C0-A49C-4DDA-8941-E7235F55F683}" type="presParOf" srcId="{34903FDF-818A-46AB-9875-E1EC61EE822D}" destId="{8D549DA6-E8BC-45BB-9EFF-040AD5BB815D}" srcOrd="3" destOrd="0" presId="urn:microsoft.com/office/officeart/2018/2/layout/IconVerticalSolidList"/>
    <dgm:cxn modelId="{314AC710-3F9B-43B9-A20D-5096F0A74A5F}" type="presParOf" srcId="{34903FDF-818A-46AB-9875-E1EC61EE822D}" destId="{26C46887-1212-46FF-9285-B570228C8317}" srcOrd="4" destOrd="0" presId="urn:microsoft.com/office/officeart/2018/2/layout/IconVerticalSolidList"/>
    <dgm:cxn modelId="{E6EB2EED-D9B8-42B4-A561-F0C97336458C}" type="presParOf" srcId="{26C46887-1212-46FF-9285-B570228C8317}" destId="{052D4798-8784-40DF-8D56-A023FB0CE488}" srcOrd="0" destOrd="0" presId="urn:microsoft.com/office/officeart/2018/2/layout/IconVerticalSolidList"/>
    <dgm:cxn modelId="{908B1656-9836-4479-A2CE-D011D6FA80F8}" type="presParOf" srcId="{26C46887-1212-46FF-9285-B570228C8317}" destId="{AF9A92A1-1138-49AE-B689-00721AD676F5}" srcOrd="1" destOrd="0" presId="urn:microsoft.com/office/officeart/2018/2/layout/IconVerticalSolidList"/>
    <dgm:cxn modelId="{E5E556FC-7B91-48D5-8A6D-6FEE2CD77322}" type="presParOf" srcId="{26C46887-1212-46FF-9285-B570228C8317}" destId="{C5A8F76C-269F-42AA-97E2-8F27A8810238}" srcOrd="2" destOrd="0" presId="urn:microsoft.com/office/officeart/2018/2/layout/IconVerticalSolidList"/>
    <dgm:cxn modelId="{7F5EE72A-6631-400F-B7B5-C10B9F4DBD88}" type="presParOf" srcId="{26C46887-1212-46FF-9285-B570228C8317}" destId="{5CD8A876-5F97-412E-A15F-82B32559F2B7}" srcOrd="3" destOrd="0" presId="urn:microsoft.com/office/officeart/2018/2/layout/IconVerticalSolidList"/>
    <dgm:cxn modelId="{CB66B089-021B-4A2C-8B86-41CD747BA84B}" type="presParOf" srcId="{34903FDF-818A-46AB-9875-E1EC61EE822D}" destId="{57E4D523-0C6A-4222-B5F4-F6EB97A1789D}" srcOrd="5" destOrd="0" presId="urn:microsoft.com/office/officeart/2018/2/layout/IconVerticalSolidList"/>
    <dgm:cxn modelId="{94E98E06-3929-4A35-B610-B85C42EED289}" type="presParOf" srcId="{34903FDF-818A-46AB-9875-E1EC61EE822D}" destId="{2AB6F32C-5176-4A77-BB1B-415AE4999A2C}" srcOrd="6" destOrd="0" presId="urn:microsoft.com/office/officeart/2018/2/layout/IconVerticalSolidList"/>
    <dgm:cxn modelId="{E8F04B6C-E578-4D4A-833F-919C86B20D7E}" type="presParOf" srcId="{2AB6F32C-5176-4A77-BB1B-415AE4999A2C}" destId="{CA0083E2-1D72-4FFB-B113-AED0622216C9}" srcOrd="0" destOrd="0" presId="urn:microsoft.com/office/officeart/2018/2/layout/IconVerticalSolidList"/>
    <dgm:cxn modelId="{8BD3ACF0-DF90-450D-91FF-2EBB8EEDDA42}" type="presParOf" srcId="{2AB6F32C-5176-4A77-BB1B-415AE4999A2C}" destId="{CC4A1E7D-9B25-4D70-9E5A-93F5CD6AF335}" srcOrd="1" destOrd="0" presId="urn:microsoft.com/office/officeart/2018/2/layout/IconVerticalSolidList"/>
    <dgm:cxn modelId="{5B3015C4-A7CB-4077-904B-75AB68BC5E6E}" type="presParOf" srcId="{2AB6F32C-5176-4A77-BB1B-415AE4999A2C}" destId="{B4CD4C9C-5D40-46E9-9721-09E1C46C23BA}" srcOrd="2" destOrd="0" presId="urn:microsoft.com/office/officeart/2018/2/layout/IconVerticalSolidList"/>
    <dgm:cxn modelId="{41DFCB3E-8DE5-4A05-A795-2ED19FB998EF}" type="presParOf" srcId="{2AB6F32C-5176-4A77-BB1B-415AE4999A2C}" destId="{8F58EE3F-44A9-4A02-BDC2-9E47FD6193D6}" srcOrd="3" destOrd="0" presId="urn:microsoft.com/office/officeart/2018/2/layout/IconVerticalSolidList"/>
    <dgm:cxn modelId="{94E81131-E5D5-447C-A722-AE089F6BBC53}" type="presParOf" srcId="{34903FDF-818A-46AB-9875-E1EC61EE822D}" destId="{D26C341E-EEA4-4D94-8069-FAE98A2C5BE5}" srcOrd="7" destOrd="0" presId="urn:microsoft.com/office/officeart/2018/2/layout/IconVerticalSolidList"/>
    <dgm:cxn modelId="{0EFFD677-D88C-4673-8564-41DCA1B70583}" type="presParOf" srcId="{34903FDF-818A-46AB-9875-E1EC61EE822D}" destId="{5803C27D-F915-4B72-83AD-4D3406470655}" srcOrd="8" destOrd="0" presId="urn:microsoft.com/office/officeart/2018/2/layout/IconVerticalSolidList"/>
    <dgm:cxn modelId="{B4F635C4-0661-4197-9DCD-6E143AC898FE}" type="presParOf" srcId="{5803C27D-F915-4B72-83AD-4D3406470655}" destId="{BCEF2861-D1D9-4CC9-9538-2CBF394BEFCE}" srcOrd="0" destOrd="0" presId="urn:microsoft.com/office/officeart/2018/2/layout/IconVerticalSolidList"/>
    <dgm:cxn modelId="{F9055BA0-B25A-482B-9D23-FCB23D3C6BF2}" type="presParOf" srcId="{5803C27D-F915-4B72-83AD-4D3406470655}" destId="{E5FE7927-FA0C-49E3-B80B-4E5EACEA6BB9}" srcOrd="1" destOrd="0" presId="urn:microsoft.com/office/officeart/2018/2/layout/IconVerticalSolidList"/>
    <dgm:cxn modelId="{A7F1D553-CEC8-4639-A022-0E242EE6FC6A}" type="presParOf" srcId="{5803C27D-F915-4B72-83AD-4D3406470655}" destId="{834BBDE7-B23A-4C94-BBE4-33D931D851B1}" srcOrd="2" destOrd="0" presId="urn:microsoft.com/office/officeart/2018/2/layout/IconVerticalSolidList"/>
    <dgm:cxn modelId="{46B6824D-9093-4D6B-A042-079D8877CCF0}" type="presParOf" srcId="{5803C27D-F915-4B72-83AD-4D3406470655}" destId="{ECEE2882-6485-4AD1-B6D1-3F0507C12957}" srcOrd="3" destOrd="0" presId="urn:microsoft.com/office/officeart/2018/2/layout/IconVerticalSolidList"/>
    <dgm:cxn modelId="{D7D0AE4E-D500-4A16-BFC2-1A22B5702FD4}" type="presParOf" srcId="{34903FDF-818A-46AB-9875-E1EC61EE822D}" destId="{081B5DA6-ADE7-4BC5-B0B8-502A00A9621E}" srcOrd="9" destOrd="0" presId="urn:microsoft.com/office/officeart/2018/2/layout/IconVerticalSolidList"/>
    <dgm:cxn modelId="{4E53873F-851E-47B7-96DC-BD66CA846051}" type="presParOf" srcId="{34903FDF-818A-46AB-9875-E1EC61EE822D}" destId="{9C46BF51-95F5-457E-B71C-A4C939AC5FF3}" srcOrd="10" destOrd="0" presId="urn:microsoft.com/office/officeart/2018/2/layout/IconVerticalSolidList"/>
    <dgm:cxn modelId="{A4630A1D-8D98-4531-B92B-8C1DA0B3A32C}" type="presParOf" srcId="{9C46BF51-95F5-457E-B71C-A4C939AC5FF3}" destId="{98F160D0-1D96-4840-B6E9-4936495E8C35}" srcOrd="0" destOrd="0" presId="urn:microsoft.com/office/officeart/2018/2/layout/IconVerticalSolidList"/>
    <dgm:cxn modelId="{E0AA581C-42FD-4F74-A3AA-79370216318D}" type="presParOf" srcId="{9C46BF51-95F5-457E-B71C-A4C939AC5FF3}" destId="{E8C88349-4D0C-4618-80E2-DAB4C186A4CF}" srcOrd="1" destOrd="0" presId="urn:microsoft.com/office/officeart/2018/2/layout/IconVerticalSolidList"/>
    <dgm:cxn modelId="{24D52BE5-074E-4584-B95A-BC90AE8B565B}" type="presParOf" srcId="{9C46BF51-95F5-457E-B71C-A4C939AC5FF3}" destId="{291094B4-AA80-429D-AE34-03E94C369F4C}" srcOrd="2" destOrd="0" presId="urn:microsoft.com/office/officeart/2018/2/layout/IconVerticalSolidList"/>
    <dgm:cxn modelId="{E822C433-1420-44DE-A2E2-81E69728739F}" type="presParOf" srcId="{9C46BF51-95F5-457E-B71C-A4C939AC5FF3}" destId="{2AD9F8F8-052C-4B5D-AE86-9F7F20D5E73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5B2A910-45C6-46E6-B3F3-F8194333ED8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8F147E4-C273-4FB5-B835-206C14B7C74F}">
      <dgm:prSet/>
      <dgm:spPr/>
      <dgm:t>
        <a:bodyPr/>
        <a:lstStyle/>
        <a:p>
          <a:r>
            <a:rPr lang="en-US"/>
            <a:t>• El código se ejecuta línea por línea.</a:t>
          </a:r>
        </a:p>
      </dgm:t>
    </dgm:pt>
    <dgm:pt modelId="{799976F4-E91B-4506-ADE4-2667EB3B3DEF}" type="parTrans" cxnId="{1C3DAE7F-206B-48C5-B2A1-BF709DC37A2D}">
      <dgm:prSet/>
      <dgm:spPr/>
      <dgm:t>
        <a:bodyPr/>
        <a:lstStyle/>
        <a:p>
          <a:endParaRPr lang="en-US"/>
        </a:p>
      </dgm:t>
    </dgm:pt>
    <dgm:pt modelId="{E947A296-9567-45B2-B177-C12251CC1DBA}" type="sibTrans" cxnId="{1C3DAE7F-206B-48C5-B2A1-BF709DC37A2D}">
      <dgm:prSet/>
      <dgm:spPr/>
      <dgm:t>
        <a:bodyPr/>
        <a:lstStyle/>
        <a:p>
          <a:endParaRPr lang="en-US"/>
        </a:p>
      </dgm:t>
    </dgm:pt>
    <dgm:pt modelId="{B97CDE70-ABBB-4AC1-A837-9E0D1C891406}">
      <dgm:prSet/>
      <dgm:spPr/>
      <dgm:t>
        <a:bodyPr/>
        <a:lstStyle/>
        <a:p>
          <a:r>
            <a:rPr lang="en-US"/>
            <a:t>• Más flexible, pero más lento.</a:t>
          </a:r>
        </a:p>
      </dgm:t>
    </dgm:pt>
    <dgm:pt modelId="{2DDDF613-8750-4904-BB33-F9CF1DBCED42}" type="parTrans" cxnId="{D469A7BB-F6A0-4E5D-873B-A9E2A3A52283}">
      <dgm:prSet/>
      <dgm:spPr/>
      <dgm:t>
        <a:bodyPr/>
        <a:lstStyle/>
        <a:p>
          <a:endParaRPr lang="en-US"/>
        </a:p>
      </dgm:t>
    </dgm:pt>
    <dgm:pt modelId="{63DCD9DF-62D9-4B95-8911-A865F95981C5}" type="sibTrans" cxnId="{D469A7BB-F6A0-4E5D-873B-A9E2A3A52283}">
      <dgm:prSet/>
      <dgm:spPr/>
      <dgm:t>
        <a:bodyPr/>
        <a:lstStyle/>
        <a:p>
          <a:endParaRPr lang="en-US"/>
        </a:p>
      </dgm:t>
    </dgm:pt>
    <dgm:pt modelId="{18A34310-C54C-4C33-9625-31025DD64D22}">
      <dgm:prSet/>
      <dgm:spPr/>
      <dgm:t>
        <a:bodyPr/>
        <a:lstStyle/>
        <a:p>
          <a:r>
            <a:rPr lang="en-US"/>
            <a:t>• Ideal para scripts y prototipos.</a:t>
          </a:r>
        </a:p>
      </dgm:t>
    </dgm:pt>
    <dgm:pt modelId="{6F561829-E990-42F4-96E5-ADF8AD6AF6AC}" type="parTrans" cxnId="{FE47D203-106E-45E8-9527-E643171EE21B}">
      <dgm:prSet/>
      <dgm:spPr/>
      <dgm:t>
        <a:bodyPr/>
        <a:lstStyle/>
        <a:p>
          <a:endParaRPr lang="en-US"/>
        </a:p>
      </dgm:t>
    </dgm:pt>
    <dgm:pt modelId="{28EBDB0F-25AD-431E-BA3E-7BCFDCF454CC}" type="sibTrans" cxnId="{FE47D203-106E-45E8-9527-E643171EE21B}">
      <dgm:prSet/>
      <dgm:spPr/>
      <dgm:t>
        <a:bodyPr/>
        <a:lstStyle/>
        <a:p>
          <a:endParaRPr lang="en-US"/>
        </a:p>
      </dgm:t>
    </dgm:pt>
    <dgm:pt modelId="{B2FED4C8-99BF-4001-A746-62D377E0E4BA}">
      <dgm:prSet/>
      <dgm:spPr/>
      <dgm:t>
        <a:bodyPr/>
        <a:lstStyle/>
        <a:p>
          <a:r>
            <a:rPr lang="en-US"/>
            <a:t>• Ejemplos: Python, JavaScript, Lua.</a:t>
          </a:r>
        </a:p>
      </dgm:t>
    </dgm:pt>
    <dgm:pt modelId="{60826D2D-FA57-47E0-97AF-D1A50411786D}" type="parTrans" cxnId="{A295222C-16B3-424B-BA28-EF06AAD776D9}">
      <dgm:prSet/>
      <dgm:spPr/>
      <dgm:t>
        <a:bodyPr/>
        <a:lstStyle/>
        <a:p>
          <a:endParaRPr lang="en-US"/>
        </a:p>
      </dgm:t>
    </dgm:pt>
    <dgm:pt modelId="{096396E4-C7E8-4A96-BB05-8E856012BD4A}" type="sibTrans" cxnId="{A295222C-16B3-424B-BA28-EF06AAD776D9}">
      <dgm:prSet/>
      <dgm:spPr/>
      <dgm:t>
        <a:bodyPr/>
        <a:lstStyle/>
        <a:p>
          <a:endParaRPr lang="en-US"/>
        </a:p>
      </dgm:t>
    </dgm:pt>
    <dgm:pt modelId="{E1AF186A-CBE9-4010-B725-402D862CD32D}" type="pres">
      <dgm:prSet presAssocID="{05B2A910-45C6-46E6-B3F3-F8194333ED8D}" presName="root" presStyleCnt="0">
        <dgm:presLayoutVars>
          <dgm:dir/>
          <dgm:resizeHandles val="exact"/>
        </dgm:presLayoutVars>
      </dgm:prSet>
      <dgm:spPr/>
    </dgm:pt>
    <dgm:pt modelId="{0AA6B90D-7E1E-496B-B326-326AE60CEC01}" type="pres">
      <dgm:prSet presAssocID="{C8F147E4-C273-4FB5-B835-206C14B7C74F}" presName="compNode" presStyleCnt="0"/>
      <dgm:spPr/>
    </dgm:pt>
    <dgm:pt modelId="{3C42D97F-2AE9-4D31-9B12-F1674B9F8F29}" type="pres">
      <dgm:prSet presAssocID="{C8F147E4-C273-4FB5-B835-206C14B7C74F}" presName="bgRect" presStyleLbl="bgShp" presStyleIdx="0" presStyleCnt="4"/>
      <dgm:spPr/>
    </dgm:pt>
    <dgm:pt modelId="{AF38AD0D-A74A-411D-9C76-783C1BC113A8}" type="pres">
      <dgm:prSet presAssocID="{C8F147E4-C273-4FB5-B835-206C14B7C74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ador"/>
        </a:ext>
      </dgm:extLst>
    </dgm:pt>
    <dgm:pt modelId="{6F0BEFD2-FCD8-4333-9095-C75D375E0930}" type="pres">
      <dgm:prSet presAssocID="{C8F147E4-C273-4FB5-B835-206C14B7C74F}" presName="spaceRect" presStyleCnt="0"/>
      <dgm:spPr/>
    </dgm:pt>
    <dgm:pt modelId="{C8E7F2CA-3A60-403A-A54C-2A24BF94B38D}" type="pres">
      <dgm:prSet presAssocID="{C8F147E4-C273-4FB5-B835-206C14B7C74F}" presName="parTx" presStyleLbl="revTx" presStyleIdx="0" presStyleCnt="4">
        <dgm:presLayoutVars>
          <dgm:chMax val="0"/>
          <dgm:chPref val="0"/>
        </dgm:presLayoutVars>
      </dgm:prSet>
      <dgm:spPr/>
    </dgm:pt>
    <dgm:pt modelId="{884CA222-5219-4AFA-975F-898135A2530A}" type="pres">
      <dgm:prSet presAssocID="{E947A296-9567-45B2-B177-C12251CC1DBA}" presName="sibTrans" presStyleCnt="0"/>
      <dgm:spPr/>
    </dgm:pt>
    <dgm:pt modelId="{0DD47AFD-3CB2-4D7B-A342-2F1AF5B69E02}" type="pres">
      <dgm:prSet presAssocID="{B97CDE70-ABBB-4AC1-A837-9E0D1C891406}" presName="compNode" presStyleCnt="0"/>
      <dgm:spPr/>
    </dgm:pt>
    <dgm:pt modelId="{6D48D478-162D-49B2-B976-826C6E671BC0}" type="pres">
      <dgm:prSet presAssocID="{B97CDE70-ABBB-4AC1-A837-9E0D1C891406}" presName="bgRect" presStyleLbl="bgShp" presStyleIdx="1" presStyleCnt="4"/>
      <dgm:spPr/>
    </dgm:pt>
    <dgm:pt modelId="{4C39809A-A298-491A-8A79-73964E4A3B77}" type="pres">
      <dgm:prSet presAssocID="{B97CDE70-ABBB-4AC1-A837-9E0D1C89140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rtuga"/>
        </a:ext>
      </dgm:extLst>
    </dgm:pt>
    <dgm:pt modelId="{49B2079F-54C4-4AAA-8CBC-21E1F496AFE8}" type="pres">
      <dgm:prSet presAssocID="{B97CDE70-ABBB-4AC1-A837-9E0D1C891406}" presName="spaceRect" presStyleCnt="0"/>
      <dgm:spPr/>
    </dgm:pt>
    <dgm:pt modelId="{CBFD300D-1525-4FAB-812A-21C55EC80A4A}" type="pres">
      <dgm:prSet presAssocID="{B97CDE70-ABBB-4AC1-A837-9E0D1C891406}" presName="parTx" presStyleLbl="revTx" presStyleIdx="1" presStyleCnt="4">
        <dgm:presLayoutVars>
          <dgm:chMax val="0"/>
          <dgm:chPref val="0"/>
        </dgm:presLayoutVars>
      </dgm:prSet>
      <dgm:spPr/>
    </dgm:pt>
    <dgm:pt modelId="{B638B82B-9EA6-4393-99D5-0DF5219A9767}" type="pres">
      <dgm:prSet presAssocID="{63DCD9DF-62D9-4B95-8911-A865F95981C5}" presName="sibTrans" presStyleCnt="0"/>
      <dgm:spPr/>
    </dgm:pt>
    <dgm:pt modelId="{E2BE4C61-2215-46B9-A7F8-3E575D6A16B2}" type="pres">
      <dgm:prSet presAssocID="{18A34310-C54C-4C33-9625-31025DD64D22}" presName="compNode" presStyleCnt="0"/>
      <dgm:spPr/>
    </dgm:pt>
    <dgm:pt modelId="{EFDCBCCD-4232-43A7-8901-51BD9A0FC457}" type="pres">
      <dgm:prSet presAssocID="{18A34310-C54C-4C33-9625-31025DD64D22}" presName="bgRect" presStyleLbl="bgShp" presStyleIdx="2" presStyleCnt="4"/>
      <dgm:spPr/>
    </dgm:pt>
    <dgm:pt modelId="{E52AAB18-928F-403D-9943-F9ADA12ECDC6}" type="pres">
      <dgm:prSet presAssocID="{18A34310-C54C-4C33-9625-31025DD64D2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BDEB5C63-D753-471E-80CE-2738AA6649C1}" type="pres">
      <dgm:prSet presAssocID="{18A34310-C54C-4C33-9625-31025DD64D22}" presName="spaceRect" presStyleCnt="0"/>
      <dgm:spPr/>
    </dgm:pt>
    <dgm:pt modelId="{04B4DF67-291B-466A-8EC8-A6F98F325CC9}" type="pres">
      <dgm:prSet presAssocID="{18A34310-C54C-4C33-9625-31025DD64D22}" presName="parTx" presStyleLbl="revTx" presStyleIdx="2" presStyleCnt="4">
        <dgm:presLayoutVars>
          <dgm:chMax val="0"/>
          <dgm:chPref val="0"/>
        </dgm:presLayoutVars>
      </dgm:prSet>
      <dgm:spPr/>
    </dgm:pt>
    <dgm:pt modelId="{13F10157-DD9C-4350-B4A0-4BD71560905B}" type="pres">
      <dgm:prSet presAssocID="{28EBDB0F-25AD-431E-BA3E-7BCFDCF454CC}" presName="sibTrans" presStyleCnt="0"/>
      <dgm:spPr/>
    </dgm:pt>
    <dgm:pt modelId="{153E47D6-28F4-4AAD-BCB3-E8E6F4951D21}" type="pres">
      <dgm:prSet presAssocID="{B2FED4C8-99BF-4001-A746-62D377E0E4BA}" presName="compNode" presStyleCnt="0"/>
      <dgm:spPr/>
    </dgm:pt>
    <dgm:pt modelId="{62AF5F8B-BF66-49DA-8C15-9C5C8F5AF5AE}" type="pres">
      <dgm:prSet presAssocID="{B2FED4C8-99BF-4001-A746-62D377E0E4BA}" presName="bgRect" presStyleLbl="bgShp" presStyleIdx="3" presStyleCnt="4"/>
      <dgm:spPr/>
    </dgm:pt>
    <dgm:pt modelId="{12161DBE-459D-410A-BE6E-77E2E8B5E796}" type="pres">
      <dgm:prSet presAssocID="{B2FED4C8-99BF-4001-A746-62D377E0E4B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9F41EDF1-8ADD-49BA-A06F-F8DE215BA8E8}" type="pres">
      <dgm:prSet presAssocID="{B2FED4C8-99BF-4001-A746-62D377E0E4BA}" presName="spaceRect" presStyleCnt="0"/>
      <dgm:spPr/>
    </dgm:pt>
    <dgm:pt modelId="{2D35A429-B173-4BCA-9BB0-4A7932A8C71E}" type="pres">
      <dgm:prSet presAssocID="{B2FED4C8-99BF-4001-A746-62D377E0E4B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E47D203-106E-45E8-9527-E643171EE21B}" srcId="{05B2A910-45C6-46E6-B3F3-F8194333ED8D}" destId="{18A34310-C54C-4C33-9625-31025DD64D22}" srcOrd="2" destOrd="0" parTransId="{6F561829-E990-42F4-96E5-ADF8AD6AF6AC}" sibTransId="{28EBDB0F-25AD-431E-BA3E-7BCFDCF454CC}"/>
    <dgm:cxn modelId="{A295222C-16B3-424B-BA28-EF06AAD776D9}" srcId="{05B2A910-45C6-46E6-B3F3-F8194333ED8D}" destId="{B2FED4C8-99BF-4001-A746-62D377E0E4BA}" srcOrd="3" destOrd="0" parTransId="{60826D2D-FA57-47E0-97AF-D1A50411786D}" sibTransId="{096396E4-C7E8-4A96-BB05-8E856012BD4A}"/>
    <dgm:cxn modelId="{32232239-0BC6-4428-9519-3AFA2F0064E7}" type="presOf" srcId="{B2FED4C8-99BF-4001-A746-62D377E0E4BA}" destId="{2D35A429-B173-4BCA-9BB0-4A7932A8C71E}" srcOrd="0" destOrd="0" presId="urn:microsoft.com/office/officeart/2018/2/layout/IconVerticalSolidList"/>
    <dgm:cxn modelId="{E033EE63-5750-45E8-9BB4-F0082D8235FD}" type="presOf" srcId="{C8F147E4-C273-4FB5-B835-206C14B7C74F}" destId="{C8E7F2CA-3A60-403A-A54C-2A24BF94B38D}" srcOrd="0" destOrd="0" presId="urn:microsoft.com/office/officeart/2018/2/layout/IconVerticalSolidList"/>
    <dgm:cxn modelId="{1C3DAE7F-206B-48C5-B2A1-BF709DC37A2D}" srcId="{05B2A910-45C6-46E6-B3F3-F8194333ED8D}" destId="{C8F147E4-C273-4FB5-B835-206C14B7C74F}" srcOrd="0" destOrd="0" parTransId="{799976F4-E91B-4506-ADE4-2667EB3B3DEF}" sibTransId="{E947A296-9567-45B2-B177-C12251CC1DBA}"/>
    <dgm:cxn modelId="{1C07B190-0FA0-4DF3-BA25-1B7070CFED37}" type="presOf" srcId="{B97CDE70-ABBB-4AC1-A837-9E0D1C891406}" destId="{CBFD300D-1525-4FAB-812A-21C55EC80A4A}" srcOrd="0" destOrd="0" presId="urn:microsoft.com/office/officeart/2018/2/layout/IconVerticalSolidList"/>
    <dgm:cxn modelId="{D469A7BB-F6A0-4E5D-873B-A9E2A3A52283}" srcId="{05B2A910-45C6-46E6-B3F3-F8194333ED8D}" destId="{B97CDE70-ABBB-4AC1-A837-9E0D1C891406}" srcOrd="1" destOrd="0" parTransId="{2DDDF613-8750-4904-BB33-F9CF1DBCED42}" sibTransId="{63DCD9DF-62D9-4B95-8911-A865F95981C5}"/>
    <dgm:cxn modelId="{3B201EBC-8244-417F-A2FF-3691C7AEFBAD}" type="presOf" srcId="{18A34310-C54C-4C33-9625-31025DD64D22}" destId="{04B4DF67-291B-466A-8EC8-A6F98F325CC9}" srcOrd="0" destOrd="0" presId="urn:microsoft.com/office/officeart/2018/2/layout/IconVerticalSolidList"/>
    <dgm:cxn modelId="{C00BD8EB-9DFF-4ACD-8155-A27B8E02B79E}" type="presOf" srcId="{05B2A910-45C6-46E6-B3F3-F8194333ED8D}" destId="{E1AF186A-CBE9-4010-B725-402D862CD32D}" srcOrd="0" destOrd="0" presId="urn:microsoft.com/office/officeart/2018/2/layout/IconVerticalSolidList"/>
    <dgm:cxn modelId="{26902AD2-9210-4934-B812-9A569B004064}" type="presParOf" srcId="{E1AF186A-CBE9-4010-B725-402D862CD32D}" destId="{0AA6B90D-7E1E-496B-B326-326AE60CEC01}" srcOrd="0" destOrd="0" presId="urn:microsoft.com/office/officeart/2018/2/layout/IconVerticalSolidList"/>
    <dgm:cxn modelId="{2EDAC2B1-A74D-444C-A0F0-A860F4D4C795}" type="presParOf" srcId="{0AA6B90D-7E1E-496B-B326-326AE60CEC01}" destId="{3C42D97F-2AE9-4D31-9B12-F1674B9F8F29}" srcOrd="0" destOrd="0" presId="urn:microsoft.com/office/officeart/2018/2/layout/IconVerticalSolidList"/>
    <dgm:cxn modelId="{56F2EB2B-9327-4967-93E9-58EB0AF953B2}" type="presParOf" srcId="{0AA6B90D-7E1E-496B-B326-326AE60CEC01}" destId="{AF38AD0D-A74A-411D-9C76-783C1BC113A8}" srcOrd="1" destOrd="0" presId="urn:microsoft.com/office/officeart/2018/2/layout/IconVerticalSolidList"/>
    <dgm:cxn modelId="{9778962F-5C57-4331-8372-372EF18CE457}" type="presParOf" srcId="{0AA6B90D-7E1E-496B-B326-326AE60CEC01}" destId="{6F0BEFD2-FCD8-4333-9095-C75D375E0930}" srcOrd="2" destOrd="0" presId="urn:microsoft.com/office/officeart/2018/2/layout/IconVerticalSolidList"/>
    <dgm:cxn modelId="{4CB93BA8-1068-4D76-8B64-2BA8D33854CF}" type="presParOf" srcId="{0AA6B90D-7E1E-496B-B326-326AE60CEC01}" destId="{C8E7F2CA-3A60-403A-A54C-2A24BF94B38D}" srcOrd="3" destOrd="0" presId="urn:microsoft.com/office/officeart/2018/2/layout/IconVerticalSolidList"/>
    <dgm:cxn modelId="{89441C3C-FD83-4F55-8BF7-629BD7FC316D}" type="presParOf" srcId="{E1AF186A-CBE9-4010-B725-402D862CD32D}" destId="{884CA222-5219-4AFA-975F-898135A2530A}" srcOrd="1" destOrd="0" presId="urn:microsoft.com/office/officeart/2018/2/layout/IconVerticalSolidList"/>
    <dgm:cxn modelId="{0DD59F42-6B56-40B2-B45F-F82B0FEF593C}" type="presParOf" srcId="{E1AF186A-CBE9-4010-B725-402D862CD32D}" destId="{0DD47AFD-3CB2-4D7B-A342-2F1AF5B69E02}" srcOrd="2" destOrd="0" presId="urn:microsoft.com/office/officeart/2018/2/layout/IconVerticalSolidList"/>
    <dgm:cxn modelId="{2741C7E3-567E-44D2-9264-7C7D5A9676D2}" type="presParOf" srcId="{0DD47AFD-3CB2-4D7B-A342-2F1AF5B69E02}" destId="{6D48D478-162D-49B2-B976-826C6E671BC0}" srcOrd="0" destOrd="0" presId="urn:microsoft.com/office/officeart/2018/2/layout/IconVerticalSolidList"/>
    <dgm:cxn modelId="{D1DDD140-4EDD-4790-BAFF-E2FAE5E563C9}" type="presParOf" srcId="{0DD47AFD-3CB2-4D7B-A342-2F1AF5B69E02}" destId="{4C39809A-A298-491A-8A79-73964E4A3B77}" srcOrd="1" destOrd="0" presId="urn:microsoft.com/office/officeart/2018/2/layout/IconVerticalSolidList"/>
    <dgm:cxn modelId="{9118EAF8-F3E1-49FE-9114-6FF96D7E14A7}" type="presParOf" srcId="{0DD47AFD-3CB2-4D7B-A342-2F1AF5B69E02}" destId="{49B2079F-54C4-4AAA-8CBC-21E1F496AFE8}" srcOrd="2" destOrd="0" presId="urn:microsoft.com/office/officeart/2018/2/layout/IconVerticalSolidList"/>
    <dgm:cxn modelId="{86E4C9D2-823C-4CF5-A225-6E8E83E760BB}" type="presParOf" srcId="{0DD47AFD-3CB2-4D7B-A342-2F1AF5B69E02}" destId="{CBFD300D-1525-4FAB-812A-21C55EC80A4A}" srcOrd="3" destOrd="0" presId="urn:microsoft.com/office/officeart/2018/2/layout/IconVerticalSolidList"/>
    <dgm:cxn modelId="{C4B1E2B8-D1E0-491A-AD28-82ACD37BAE2C}" type="presParOf" srcId="{E1AF186A-CBE9-4010-B725-402D862CD32D}" destId="{B638B82B-9EA6-4393-99D5-0DF5219A9767}" srcOrd="3" destOrd="0" presId="urn:microsoft.com/office/officeart/2018/2/layout/IconVerticalSolidList"/>
    <dgm:cxn modelId="{A4951A3A-6696-4A0B-989E-E31E2A1867A0}" type="presParOf" srcId="{E1AF186A-CBE9-4010-B725-402D862CD32D}" destId="{E2BE4C61-2215-46B9-A7F8-3E575D6A16B2}" srcOrd="4" destOrd="0" presId="urn:microsoft.com/office/officeart/2018/2/layout/IconVerticalSolidList"/>
    <dgm:cxn modelId="{F0407C4C-A1B6-4706-A9CA-8F25D60A5D03}" type="presParOf" srcId="{E2BE4C61-2215-46B9-A7F8-3E575D6A16B2}" destId="{EFDCBCCD-4232-43A7-8901-51BD9A0FC457}" srcOrd="0" destOrd="0" presId="urn:microsoft.com/office/officeart/2018/2/layout/IconVerticalSolidList"/>
    <dgm:cxn modelId="{C0E657FA-F679-4932-A851-C3A8F28CB3F1}" type="presParOf" srcId="{E2BE4C61-2215-46B9-A7F8-3E575D6A16B2}" destId="{E52AAB18-928F-403D-9943-F9ADA12ECDC6}" srcOrd="1" destOrd="0" presId="urn:microsoft.com/office/officeart/2018/2/layout/IconVerticalSolidList"/>
    <dgm:cxn modelId="{FEA1BC35-7266-4F3A-ABEC-D83753046145}" type="presParOf" srcId="{E2BE4C61-2215-46B9-A7F8-3E575D6A16B2}" destId="{BDEB5C63-D753-471E-80CE-2738AA6649C1}" srcOrd="2" destOrd="0" presId="urn:microsoft.com/office/officeart/2018/2/layout/IconVerticalSolidList"/>
    <dgm:cxn modelId="{F2EEB878-1DA4-4743-9F7F-C6128E23BE7C}" type="presParOf" srcId="{E2BE4C61-2215-46B9-A7F8-3E575D6A16B2}" destId="{04B4DF67-291B-466A-8EC8-A6F98F325CC9}" srcOrd="3" destOrd="0" presId="urn:microsoft.com/office/officeart/2018/2/layout/IconVerticalSolidList"/>
    <dgm:cxn modelId="{33E15381-80CE-43EE-AFEF-0B32FC4B3DD4}" type="presParOf" srcId="{E1AF186A-CBE9-4010-B725-402D862CD32D}" destId="{13F10157-DD9C-4350-B4A0-4BD71560905B}" srcOrd="5" destOrd="0" presId="urn:microsoft.com/office/officeart/2018/2/layout/IconVerticalSolidList"/>
    <dgm:cxn modelId="{A7329F69-EF3B-4C9D-9417-8150B38D8FC1}" type="presParOf" srcId="{E1AF186A-CBE9-4010-B725-402D862CD32D}" destId="{153E47D6-28F4-4AAD-BCB3-E8E6F4951D21}" srcOrd="6" destOrd="0" presId="urn:microsoft.com/office/officeart/2018/2/layout/IconVerticalSolidList"/>
    <dgm:cxn modelId="{4F9F82FC-7397-415D-9D32-3C21103E4CE5}" type="presParOf" srcId="{153E47D6-28F4-4AAD-BCB3-E8E6F4951D21}" destId="{62AF5F8B-BF66-49DA-8C15-9C5C8F5AF5AE}" srcOrd="0" destOrd="0" presId="urn:microsoft.com/office/officeart/2018/2/layout/IconVerticalSolidList"/>
    <dgm:cxn modelId="{FB29CBDB-04B6-46D0-9EB3-301FE5037A9A}" type="presParOf" srcId="{153E47D6-28F4-4AAD-BCB3-E8E6F4951D21}" destId="{12161DBE-459D-410A-BE6E-77E2E8B5E796}" srcOrd="1" destOrd="0" presId="urn:microsoft.com/office/officeart/2018/2/layout/IconVerticalSolidList"/>
    <dgm:cxn modelId="{103480AA-3F92-45AD-A9E3-C866CD0BB283}" type="presParOf" srcId="{153E47D6-28F4-4AAD-BCB3-E8E6F4951D21}" destId="{9F41EDF1-8ADD-49BA-A06F-F8DE215BA8E8}" srcOrd="2" destOrd="0" presId="urn:microsoft.com/office/officeart/2018/2/layout/IconVerticalSolidList"/>
    <dgm:cxn modelId="{22B3F383-6FB2-4618-AA4F-0801C5860605}" type="presParOf" srcId="{153E47D6-28F4-4AAD-BCB3-E8E6F4951D21}" destId="{2D35A429-B173-4BCA-9BB0-4A7932A8C71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231C613-A3A9-4758-9EEC-497E402ECD2D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EEC2773-093B-45FE-9829-7AE34A01E2E5}">
      <dgm:prSet/>
      <dgm:spPr/>
      <dgm:t>
        <a:bodyPr/>
        <a:lstStyle/>
        <a:p>
          <a:r>
            <a:rPr lang="en-US"/>
            <a:t>✔️ Compilados: Mejor rendimiento, menos errores en ejecución.</a:t>
          </a:r>
        </a:p>
      </dgm:t>
    </dgm:pt>
    <dgm:pt modelId="{DB630C23-AEBE-4578-A35C-A342FBDCA624}" type="parTrans" cxnId="{144387BB-978B-49D8-90EE-1C4D092279AA}">
      <dgm:prSet/>
      <dgm:spPr/>
      <dgm:t>
        <a:bodyPr/>
        <a:lstStyle/>
        <a:p>
          <a:endParaRPr lang="en-US"/>
        </a:p>
      </dgm:t>
    </dgm:pt>
    <dgm:pt modelId="{6625359F-F2EC-4131-AF42-572E9902E56A}" type="sibTrans" cxnId="{144387BB-978B-49D8-90EE-1C4D092279AA}">
      <dgm:prSet/>
      <dgm:spPr/>
      <dgm:t>
        <a:bodyPr/>
        <a:lstStyle/>
        <a:p>
          <a:endParaRPr lang="en-US"/>
        </a:p>
      </dgm:t>
    </dgm:pt>
    <dgm:pt modelId="{F3C1566B-CBA4-4405-B2BA-8F4CB95FD852}">
      <dgm:prSet/>
      <dgm:spPr/>
      <dgm:t>
        <a:bodyPr/>
        <a:lstStyle/>
        <a:p>
          <a:r>
            <a:rPr lang="en-US"/>
            <a:t>✔️ Interpretados: Más fáciles de depurar y modificar.</a:t>
          </a:r>
        </a:p>
      </dgm:t>
    </dgm:pt>
    <dgm:pt modelId="{39969682-2A25-4D37-ABF5-2EA2C95D0B96}" type="parTrans" cxnId="{45D6A240-D686-48F0-8C9A-781833068A70}">
      <dgm:prSet/>
      <dgm:spPr/>
      <dgm:t>
        <a:bodyPr/>
        <a:lstStyle/>
        <a:p>
          <a:endParaRPr lang="en-US"/>
        </a:p>
      </dgm:t>
    </dgm:pt>
    <dgm:pt modelId="{E7DDBF21-844C-4EEF-96A0-F428E6D112D4}" type="sibTrans" cxnId="{45D6A240-D686-48F0-8C9A-781833068A70}">
      <dgm:prSet/>
      <dgm:spPr/>
      <dgm:t>
        <a:bodyPr/>
        <a:lstStyle/>
        <a:p>
          <a:endParaRPr lang="en-US"/>
        </a:p>
      </dgm:t>
    </dgm:pt>
    <dgm:pt modelId="{C2B8D11F-62F7-4060-91FE-29172077494D}">
      <dgm:prSet/>
      <dgm:spPr/>
      <dgm:t>
        <a:bodyPr/>
        <a:lstStyle/>
        <a:p>
          <a:r>
            <a:rPr lang="en-US"/>
            <a:t>💡 Muchos lenguajes modernos combinan ambas técnicas.</a:t>
          </a:r>
        </a:p>
      </dgm:t>
    </dgm:pt>
    <dgm:pt modelId="{4E8D22EF-5CF8-458E-8ED0-4ED24097CCD9}" type="parTrans" cxnId="{8F414C88-03A7-47B7-B8FB-76E62A28AA6D}">
      <dgm:prSet/>
      <dgm:spPr/>
      <dgm:t>
        <a:bodyPr/>
        <a:lstStyle/>
        <a:p>
          <a:endParaRPr lang="en-US"/>
        </a:p>
      </dgm:t>
    </dgm:pt>
    <dgm:pt modelId="{42F81432-2BDD-45E2-9FB6-43E6473EEC9A}" type="sibTrans" cxnId="{8F414C88-03A7-47B7-B8FB-76E62A28AA6D}">
      <dgm:prSet/>
      <dgm:spPr/>
      <dgm:t>
        <a:bodyPr/>
        <a:lstStyle/>
        <a:p>
          <a:endParaRPr lang="en-US"/>
        </a:p>
      </dgm:t>
    </dgm:pt>
    <dgm:pt modelId="{3D00FC3C-EE42-4A71-BC2D-F0B8DFB81039}" type="pres">
      <dgm:prSet presAssocID="{7231C613-A3A9-4758-9EEC-497E402ECD2D}" presName="linear" presStyleCnt="0">
        <dgm:presLayoutVars>
          <dgm:animLvl val="lvl"/>
          <dgm:resizeHandles val="exact"/>
        </dgm:presLayoutVars>
      </dgm:prSet>
      <dgm:spPr/>
    </dgm:pt>
    <dgm:pt modelId="{41145487-800E-460C-8A88-6EA76E3C5D81}" type="pres">
      <dgm:prSet presAssocID="{EEEC2773-093B-45FE-9829-7AE34A01E2E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FA466F9-6439-4753-B3CB-66F65AF91265}" type="pres">
      <dgm:prSet presAssocID="{6625359F-F2EC-4131-AF42-572E9902E56A}" presName="spacer" presStyleCnt="0"/>
      <dgm:spPr/>
    </dgm:pt>
    <dgm:pt modelId="{76B0DE98-7ECA-46CC-968E-7CD8D21CD4A3}" type="pres">
      <dgm:prSet presAssocID="{F3C1566B-CBA4-4405-B2BA-8F4CB95FD85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8E3AE1D-3AD1-4AAA-8179-DCA38FC8EBF6}" type="pres">
      <dgm:prSet presAssocID="{E7DDBF21-844C-4EEF-96A0-F428E6D112D4}" presName="spacer" presStyleCnt="0"/>
      <dgm:spPr/>
    </dgm:pt>
    <dgm:pt modelId="{8AC750F1-B393-420F-9CC4-9AFBCA68C410}" type="pres">
      <dgm:prSet presAssocID="{C2B8D11F-62F7-4060-91FE-29172077494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5D6A240-D686-48F0-8C9A-781833068A70}" srcId="{7231C613-A3A9-4758-9EEC-497E402ECD2D}" destId="{F3C1566B-CBA4-4405-B2BA-8F4CB95FD852}" srcOrd="1" destOrd="0" parTransId="{39969682-2A25-4D37-ABF5-2EA2C95D0B96}" sibTransId="{E7DDBF21-844C-4EEF-96A0-F428E6D112D4}"/>
    <dgm:cxn modelId="{FDBCFC7D-DEF3-4214-A9C9-E67CEAA90572}" type="presOf" srcId="{EEEC2773-093B-45FE-9829-7AE34A01E2E5}" destId="{41145487-800E-460C-8A88-6EA76E3C5D81}" srcOrd="0" destOrd="0" presId="urn:microsoft.com/office/officeart/2005/8/layout/vList2"/>
    <dgm:cxn modelId="{8F414C88-03A7-47B7-B8FB-76E62A28AA6D}" srcId="{7231C613-A3A9-4758-9EEC-497E402ECD2D}" destId="{C2B8D11F-62F7-4060-91FE-29172077494D}" srcOrd="2" destOrd="0" parTransId="{4E8D22EF-5CF8-458E-8ED0-4ED24097CCD9}" sibTransId="{42F81432-2BDD-45E2-9FB6-43E6473EEC9A}"/>
    <dgm:cxn modelId="{6B303CB8-FDB1-4974-AE49-70DAC661E8D5}" type="presOf" srcId="{C2B8D11F-62F7-4060-91FE-29172077494D}" destId="{8AC750F1-B393-420F-9CC4-9AFBCA68C410}" srcOrd="0" destOrd="0" presId="urn:microsoft.com/office/officeart/2005/8/layout/vList2"/>
    <dgm:cxn modelId="{144387BB-978B-49D8-90EE-1C4D092279AA}" srcId="{7231C613-A3A9-4758-9EEC-497E402ECD2D}" destId="{EEEC2773-093B-45FE-9829-7AE34A01E2E5}" srcOrd="0" destOrd="0" parTransId="{DB630C23-AEBE-4578-A35C-A342FBDCA624}" sibTransId="{6625359F-F2EC-4131-AF42-572E9902E56A}"/>
    <dgm:cxn modelId="{40788FD5-45E3-4D89-B3C3-F05E65393A23}" type="presOf" srcId="{F3C1566B-CBA4-4405-B2BA-8F4CB95FD852}" destId="{76B0DE98-7ECA-46CC-968E-7CD8D21CD4A3}" srcOrd="0" destOrd="0" presId="urn:microsoft.com/office/officeart/2005/8/layout/vList2"/>
    <dgm:cxn modelId="{5948DCFB-1E10-4133-A7EB-97A0DB2D83E0}" type="presOf" srcId="{7231C613-A3A9-4758-9EEC-497E402ECD2D}" destId="{3D00FC3C-EE42-4A71-BC2D-F0B8DFB81039}" srcOrd="0" destOrd="0" presId="urn:microsoft.com/office/officeart/2005/8/layout/vList2"/>
    <dgm:cxn modelId="{639548AB-AA98-4938-B568-6420439D630C}" type="presParOf" srcId="{3D00FC3C-EE42-4A71-BC2D-F0B8DFB81039}" destId="{41145487-800E-460C-8A88-6EA76E3C5D81}" srcOrd="0" destOrd="0" presId="urn:microsoft.com/office/officeart/2005/8/layout/vList2"/>
    <dgm:cxn modelId="{A3F5E06B-B7A7-49AF-9F27-0E34EC5A5614}" type="presParOf" srcId="{3D00FC3C-EE42-4A71-BC2D-F0B8DFB81039}" destId="{BFA466F9-6439-4753-B3CB-66F65AF91265}" srcOrd="1" destOrd="0" presId="urn:microsoft.com/office/officeart/2005/8/layout/vList2"/>
    <dgm:cxn modelId="{B5E77201-EB6E-46B8-99F0-F96AFF6543F5}" type="presParOf" srcId="{3D00FC3C-EE42-4A71-BC2D-F0B8DFB81039}" destId="{76B0DE98-7ECA-46CC-968E-7CD8D21CD4A3}" srcOrd="2" destOrd="0" presId="urn:microsoft.com/office/officeart/2005/8/layout/vList2"/>
    <dgm:cxn modelId="{C5EFDAB0-CAB8-488C-BDD6-68A57CB8BE76}" type="presParOf" srcId="{3D00FC3C-EE42-4A71-BC2D-F0B8DFB81039}" destId="{88E3AE1D-3AD1-4AAA-8179-DCA38FC8EBF6}" srcOrd="3" destOrd="0" presId="urn:microsoft.com/office/officeart/2005/8/layout/vList2"/>
    <dgm:cxn modelId="{D124487C-81F0-41F6-84C0-5DF72F1DF8C9}" type="presParOf" srcId="{3D00FC3C-EE42-4A71-BC2D-F0B8DFB81039}" destId="{8AC750F1-B393-420F-9CC4-9AFBCA68C41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79D649D-5E7B-48A9-AB61-09D0A8056606}" type="doc">
      <dgm:prSet loTypeId="urn:microsoft.com/office/officeart/2005/8/layout/defaul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073160E-E2E5-4D2D-A825-84FFD91218FA}">
      <dgm:prSet/>
      <dgm:spPr/>
      <dgm:t>
        <a:bodyPr/>
        <a:lstStyle/>
        <a:p>
          <a:r>
            <a:rPr lang="en-US"/>
            <a:t>• Unity → C# (muy usado en juegos indie y móviles)</a:t>
          </a:r>
        </a:p>
      </dgm:t>
    </dgm:pt>
    <dgm:pt modelId="{58116124-A56B-4A8E-B3F4-38B6759688D0}" type="parTrans" cxnId="{92280931-5192-4619-BB74-07FB2693D249}">
      <dgm:prSet/>
      <dgm:spPr/>
      <dgm:t>
        <a:bodyPr/>
        <a:lstStyle/>
        <a:p>
          <a:endParaRPr lang="en-US"/>
        </a:p>
      </dgm:t>
    </dgm:pt>
    <dgm:pt modelId="{E6BC8A44-27B1-47B8-B87E-FD67DD456B91}" type="sibTrans" cxnId="{92280931-5192-4619-BB74-07FB2693D249}">
      <dgm:prSet/>
      <dgm:spPr/>
      <dgm:t>
        <a:bodyPr/>
        <a:lstStyle/>
        <a:p>
          <a:endParaRPr lang="en-US"/>
        </a:p>
      </dgm:t>
    </dgm:pt>
    <dgm:pt modelId="{3D147AEF-9C2D-4B84-B9E8-0F7C850F81B3}">
      <dgm:prSet/>
      <dgm:spPr/>
      <dgm:t>
        <a:bodyPr/>
        <a:lstStyle/>
        <a:p>
          <a:r>
            <a:rPr lang="en-US"/>
            <a:t>• Unreal Engine → C++ y Blueprints (triple A, realismo)</a:t>
          </a:r>
        </a:p>
      </dgm:t>
    </dgm:pt>
    <dgm:pt modelId="{1E458A0C-BE27-43AE-85CC-B8854924E6C3}" type="parTrans" cxnId="{4D9C80A2-C70B-4DDC-8CC8-7679E539FE3C}">
      <dgm:prSet/>
      <dgm:spPr/>
      <dgm:t>
        <a:bodyPr/>
        <a:lstStyle/>
        <a:p>
          <a:endParaRPr lang="en-US"/>
        </a:p>
      </dgm:t>
    </dgm:pt>
    <dgm:pt modelId="{B288A0BD-8EBE-4F6A-A466-2546D0652D24}" type="sibTrans" cxnId="{4D9C80A2-C70B-4DDC-8CC8-7679E539FE3C}">
      <dgm:prSet/>
      <dgm:spPr/>
      <dgm:t>
        <a:bodyPr/>
        <a:lstStyle/>
        <a:p>
          <a:endParaRPr lang="en-US"/>
        </a:p>
      </dgm:t>
    </dgm:pt>
    <dgm:pt modelId="{DDA60C54-9E93-40EE-BEC6-639A79ACBF71}">
      <dgm:prSet/>
      <dgm:spPr/>
      <dgm:t>
        <a:bodyPr/>
        <a:lstStyle/>
        <a:p>
          <a:r>
            <a:rPr lang="en-US"/>
            <a:t>• Godot → GDScript (similar a Python), C#, C++</a:t>
          </a:r>
        </a:p>
      </dgm:t>
    </dgm:pt>
    <dgm:pt modelId="{7A62C4BD-5F60-4D5D-8FA6-2DA70DA40474}" type="parTrans" cxnId="{ECCB692D-B2F0-479A-B553-094C288DD022}">
      <dgm:prSet/>
      <dgm:spPr/>
      <dgm:t>
        <a:bodyPr/>
        <a:lstStyle/>
        <a:p>
          <a:endParaRPr lang="en-US"/>
        </a:p>
      </dgm:t>
    </dgm:pt>
    <dgm:pt modelId="{CC642318-15F8-42C1-89EC-8A3F524F4E3F}" type="sibTrans" cxnId="{ECCB692D-B2F0-479A-B553-094C288DD022}">
      <dgm:prSet/>
      <dgm:spPr/>
      <dgm:t>
        <a:bodyPr/>
        <a:lstStyle/>
        <a:p>
          <a:endParaRPr lang="en-US"/>
        </a:p>
      </dgm:t>
    </dgm:pt>
    <dgm:pt modelId="{35DD438D-AB0B-4B35-9126-186DF64B7A93}">
      <dgm:prSet/>
      <dgm:spPr/>
      <dgm:t>
        <a:bodyPr/>
        <a:lstStyle/>
        <a:p>
          <a:r>
            <a:rPr lang="en-US"/>
            <a:t>• LOVE2D → Lua (ligero y fácil para 2D)</a:t>
          </a:r>
        </a:p>
      </dgm:t>
    </dgm:pt>
    <dgm:pt modelId="{EE022A5E-CAC4-4AC8-9CBF-A660C5C93019}" type="parTrans" cxnId="{3A3A7859-067A-42BA-89D9-CF0EA8EEDDF3}">
      <dgm:prSet/>
      <dgm:spPr/>
      <dgm:t>
        <a:bodyPr/>
        <a:lstStyle/>
        <a:p>
          <a:endParaRPr lang="en-US"/>
        </a:p>
      </dgm:t>
    </dgm:pt>
    <dgm:pt modelId="{124CF314-A80F-4AD1-9F52-7CC6EA0BEE31}" type="sibTrans" cxnId="{3A3A7859-067A-42BA-89D9-CF0EA8EEDDF3}">
      <dgm:prSet/>
      <dgm:spPr/>
      <dgm:t>
        <a:bodyPr/>
        <a:lstStyle/>
        <a:p>
          <a:endParaRPr lang="en-US"/>
        </a:p>
      </dgm:t>
    </dgm:pt>
    <dgm:pt modelId="{AC8533A8-C328-471D-951A-708F288B4A16}">
      <dgm:prSet/>
      <dgm:spPr/>
      <dgm:t>
        <a:bodyPr/>
        <a:lstStyle/>
        <a:p>
          <a:r>
            <a:rPr lang="en-US"/>
            <a:t>• GameMaker Studio → GML (GameMaker Language)</a:t>
          </a:r>
        </a:p>
      </dgm:t>
    </dgm:pt>
    <dgm:pt modelId="{CFC4A3D3-0A38-438F-88FA-E835EE8A8067}" type="parTrans" cxnId="{6B280392-E2A3-423C-B711-49EFB7E5323E}">
      <dgm:prSet/>
      <dgm:spPr/>
      <dgm:t>
        <a:bodyPr/>
        <a:lstStyle/>
        <a:p>
          <a:endParaRPr lang="en-US"/>
        </a:p>
      </dgm:t>
    </dgm:pt>
    <dgm:pt modelId="{C45250CC-1F2B-49CB-BFBF-F88E67B1D282}" type="sibTrans" cxnId="{6B280392-E2A3-423C-B711-49EFB7E5323E}">
      <dgm:prSet/>
      <dgm:spPr/>
      <dgm:t>
        <a:bodyPr/>
        <a:lstStyle/>
        <a:p>
          <a:endParaRPr lang="en-US"/>
        </a:p>
      </dgm:t>
    </dgm:pt>
    <dgm:pt modelId="{9485B4A2-2731-49F0-9710-12C3D1BF4183}">
      <dgm:prSet/>
      <dgm:spPr/>
      <dgm:t>
        <a:bodyPr/>
        <a:lstStyle/>
        <a:p>
          <a:r>
            <a:rPr lang="en-US"/>
            <a:t>• Roblox → Lua (plataforma muy popular entre jóvenes)</a:t>
          </a:r>
        </a:p>
      </dgm:t>
    </dgm:pt>
    <dgm:pt modelId="{46F907C4-B2D2-48EB-8B3A-32DA6E0E78FD}" type="parTrans" cxnId="{441D06EA-B9D3-4E5C-A5F1-B67CF1172A98}">
      <dgm:prSet/>
      <dgm:spPr/>
      <dgm:t>
        <a:bodyPr/>
        <a:lstStyle/>
        <a:p>
          <a:endParaRPr lang="en-US"/>
        </a:p>
      </dgm:t>
    </dgm:pt>
    <dgm:pt modelId="{C4F769EE-BE16-4E18-BAFF-3F83F3665F4B}" type="sibTrans" cxnId="{441D06EA-B9D3-4E5C-A5F1-B67CF1172A98}">
      <dgm:prSet/>
      <dgm:spPr/>
      <dgm:t>
        <a:bodyPr/>
        <a:lstStyle/>
        <a:p>
          <a:endParaRPr lang="en-US"/>
        </a:p>
      </dgm:t>
    </dgm:pt>
    <dgm:pt modelId="{327A74E4-4995-4812-9505-45DCE9553C5D}" type="pres">
      <dgm:prSet presAssocID="{C79D649D-5E7B-48A9-AB61-09D0A8056606}" presName="diagram" presStyleCnt="0">
        <dgm:presLayoutVars>
          <dgm:dir/>
          <dgm:resizeHandles val="exact"/>
        </dgm:presLayoutVars>
      </dgm:prSet>
      <dgm:spPr/>
    </dgm:pt>
    <dgm:pt modelId="{11B9F3C6-0ECC-4555-A7EE-7EC3FB4D783D}" type="pres">
      <dgm:prSet presAssocID="{B073160E-E2E5-4D2D-A825-84FFD91218FA}" presName="node" presStyleLbl="node1" presStyleIdx="0" presStyleCnt="6">
        <dgm:presLayoutVars>
          <dgm:bulletEnabled val="1"/>
        </dgm:presLayoutVars>
      </dgm:prSet>
      <dgm:spPr/>
    </dgm:pt>
    <dgm:pt modelId="{6A3FAFC7-F59D-49D2-9E91-3F5398B91E55}" type="pres">
      <dgm:prSet presAssocID="{E6BC8A44-27B1-47B8-B87E-FD67DD456B91}" presName="sibTrans" presStyleCnt="0"/>
      <dgm:spPr/>
    </dgm:pt>
    <dgm:pt modelId="{234060CB-4340-41C9-B425-36610C60FB3F}" type="pres">
      <dgm:prSet presAssocID="{3D147AEF-9C2D-4B84-B9E8-0F7C850F81B3}" presName="node" presStyleLbl="node1" presStyleIdx="1" presStyleCnt="6">
        <dgm:presLayoutVars>
          <dgm:bulletEnabled val="1"/>
        </dgm:presLayoutVars>
      </dgm:prSet>
      <dgm:spPr/>
    </dgm:pt>
    <dgm:pt modelId="{F3FDB381-D510-460D-BC4D-A55BA16C7EF2}" type="pres">
      <dgm:prSet presAssocID="{B288A0BD-8EBE-4F6A-A466-2546D0652D24}" presName="sibTrans" presStyleCnt="0"/>
      <dgm:spPr/>
    </dgm:pt>
    <dgm:pt modelId="{B76A2E58-637D-4A80-9894-7BAF5FB87278}" type="pres">
      <dgm:prSet presAssocID="{DDA60C54-9E93-40EE-BEC6-639A79ACBF71}" presName="node" presStyleLbl="node1" presStyleIdx="2" presStyleCnt="6">
        <dgm:presLayoutVars>
          <dgm:bulletEnabled val="1"/>
        </dgm:presLayoutVars>
      </dgm:prSet>
      <dgm:spPr/>
    </dgm:pt>
    <dgm:pt modelId="{A7712C43-75B1-4704-8C1F-4DBE01981063}" type="pres">
      <dgm:prSet presAssocID="{CC642318-15F8-42C1-89EC-8A3F524F4E3F}" presName="sibTrans" presStyleCnt="0"/>
      <dgm:spPr/>
    </dgm:pt>
    <dgm:pt modelId="{69A571BB-0D0A-4A96-805D-508D438FC587}" type="pres">
      <dgm:prSet presAssocID="{35DD438D-AB0B-4B35-9126-186DF64B7A93}" presName="node" presStyleLbl="node1" presStyleIdx="3" presStyleCnt="6">
        <dgm:presLayoutVars>
          <dgm:bulletEnabled val="1"/>
        </dgm:presLayoutVars>
      </dgm:prSet>
      <dgm:spPr/>
    </dgm:pt>
    <dgm:pt modelId="{8B794073-5537-461B-8DAE-46D4DBA4FD0D}" type="pres">
      <dgm:prSet presAssocID="{124CF314-A80F-4AD1-9F52-7CC6EA0BEE31}" presName="sibTrans" presStyleCnt="0"/>
      <dgm:spPr/>
    </dgm:pt>
    <dgm:pt modelId="{57E2F69A-0982-408C-89ED-E497E0D83379}" type="pres">
      <dgm:prSet presAssocID="{AC8533A8-C328-471D-951A-708F288B4A16}" presName="node" presStyleLbl="node1" presStyleIdx="4" presStyleCnt="6">
        <dgm:presLayoutVars>
          <dgm:bulletEnabled val="1"/>
        </dgm:presLayoutVars>
      </dgm:prSet>
      <dgm:spPr/>
    </dgm:pt>
    <dgm:pt modelId="{40C28BD5-2E55-4809-8281-4943CDD4FD68}" type="pres">
      <dgm:prSet presAssocID="{C45250CC-1F2B-49CB-BFBF-F88E67B1D282}" presName="sibTrans" presStyleCnt="0"/>
      <dgm:spPr/>
    </dgm:pt>
    <dgm:pt modelId="{F1A41796-E5BA-4FE6-A7CE-337142478D0B}" type="pres">
      <dgm:prSet presAssocID="{9485B4A2-2731-49F0-9710-12C3D1BF4183}" presName="node" presStyleLbl="node1" presStyleIdx="5" presStyleCnt="6">
        <dgm:presLayoutVars>
          <dgm:bulletEnabled val="1"/>
        </dgm:presLayoutVars>
      </dgm:prSet>
      <dgm:spPr/>
    </dgm:pt>
  </dgm:ptLst>
  <dgm:cxnLst>
    <dgm:cxn modelId="{AD8B4D19-7765-4E11-9A62-C777AD32C57F}" type="presOf" srcId="{35DD438D-AB0B-4B35-9126-186DF64B7A93}" destId="{69A571BB-0D0A-4A96-805D-508D438FC587}" srcOrd="0" destOrd="0" presId="urn:microsoft.com/office/officeart/2005/8/layout/default"/>
    <dgm:cxn modelId="{ECCB692D-B2F0-479A-B553-094C288DD022}" srcId="{C79D649D-5E7B-48A9-AB61-09D0A8056606}" destId="{DDA60C54-9E93-40EE-BEC6-639A79ACBF71}" srcOrd="2" destOrd="0" parTransId="{7A62C4BD-5F60-4D5D-8FA6-2DA70DA40474}" sibTransId="{CC642318-15F8-42C1-89EC-8A3F524F4E3F}"/>
    <dgm:cxn modelId="{92280931-5192-4619-BB74-07FB2693D249}" srcId="{C79D649D-5E7B-48A9-AB61-09D0A8056606}" destId="{B073160E-E2E5-4D2D-A825-84FFD91218FA}" srcOrd="0" destOrd="0" parTransId="{58116124-A56B-4A8E-B3F4-38B6759688D0}" sibTransId="{E6BC8A44-27B1-47B8-B87E-FD67DD456B91}"/>
    <dgm:cxn modelId="{20BEEB31-5DE6-4DFF-AF23-3B206DA0A609}" type="presOf" srcId="{C79D649D-5E7B-48A9-AB61-09D0A8056606}" destId="{327A74E4-4995-4812-9505-45DCE9553C5D}" srcOrd="0" destOrd="0" presId="urn:microsoft.com/office/officeart/2005/8/layout/default"/>
    <dgm:cxn modelId="{C3348238-FD9A-4548-BA79-10D5D3878E11}" type="presOf" srcId="{B073160E-E2E5-4D2D-A825-84FFD91218FA}" destId="{11B9F3C6-0ECC-4555-A7EE-7EC3FB4D783D}" srcOrd="0" destOrd="0" presId="urn:microsoft.com/office/officeart/2005/8/layout/default"/>
    <dgm:cxn modelId="{9FDA526D-0BEA-4F58-9169-DACBE777CB5B}" type="presOf" srcId="{DDA60C54-9E93-40EE-BEC6-639A79ACBF71}" destId="{B76A2E58-637D-4A80-9894-7BAF5FB87278}" srcOrd="0" destOrd="0" presId="urn:microsoft.com/office/officeart/2005/8/layout/default"/>
    <dgm:cxn modelId="{161E2055-55B2-4772-A326-C5E28CA2E885}" type="presOf" srcId="{9485B4A2-2731-49F0-9710-12C3D1BF4183}" destId="{F1A41796-E5BA-4FE6-A7CE-337142478D0B}" srcOrd="0" destOrd="0" presId="urn:microsoft.com/office/officeart/2005/8/layout/default"/>
    <dgm:cxn modelId="{A1148B75-6B43-46EA-B158-B71333335A4D}" type="presOf" srcId="{3D147AEF-9C2D-4B84-B9E8-0F7C850F81B3}" destId="{234060CB-4340-41C9-B425-36610C60FB3F}" srcOrd="0" destOrd="0" presId="urn:microsoft.com/office/officeart/2005/8/layout/default"/>
    <dgm:cxn modelId="{3A3A7859-067A-42BA-89D9-CF0EA8EEDDF3}" srcId="{C79D649D-5E7B-48A9-AB61-09D0A8056606}" destId="{35DD438D-AB0B-4B35-9126-186DF64B7A93}" srcOrd="3" destOrd="0" parTransId="{EE022A5E-CAC4-4AC8-9CBF-A660C5C93019}" sibTransId="{124CF314-A80F-4AD1-9F52-7CC6EA0BEE31}"/>
    <dgm:cxn modelId="{6B280392-E2A3-423C-B711-49EFB7E5323E}" srcId="{C79D649D-5E7B-48A9-AB61-09D0A8056606}" destId="{AC8533A8-C328-471D-951A-708F288B4A16}" srcOrd="4" destOrd="0" parTransId="{CFC4A3D3-0A38-438F-88FA-E835EE8A8067}" sibTransId="{C45250CC-1F2B-49CB-BFBF-F88E67B1D282}"/>
    <dgm:cxn modelId="{4D9C80A2-C70B-4DDC-8CC8-7679E539FE3C}" srcId="{C79D649D-5E7B-48A9-AB61-09D0A8056606}" destId="{3D147AEF-9C2D-4B84-B9E8-0F7C850F81B3}" srcOrd="1" destOrd="0" parTransId="{1E458A0C-BE27-43AE-85CC-B8854924E6C3}" sibTransId="{B288A0BD-8EBE-4F6A-A466-2546D0652D24}"/>
    <dgm:cxn modelId="{831ACAD7-0C40-4E77-B138-DFD606B8F9AA}" type="presOf" srcId="{AC8533A8-C328-471D-951A-708F288B4A16}" destId="{57E2F69A-0982-408C-89ED-E497E0D83379}" srcOrd="0" destOrd="0" presId="urn:microsoft.com/office/officeart/2005/8/layout/default"/>
    <dgm:cxn modelId="{441D06EA-B9D3-4E5C-A5F1-B67CF1172A98}" srcId="{C79D649D-5E7B-48A9-AB61-09D0A8056606}" destId="{9485B4A2-2731-49F0-9710-12C3D1BF4183}" srcOrd="5" destOrd="0" parTransId="{46F907C4-B2D2-48EB-8B3A-32DA6E0E78FD}" sibTransId="{C4F769EE-BE16-4E18-BAFF-3F83F3665F4B}"/>
    <dgm:cxn modelId="{03CBEF8F-49AA-4BCD-BD3D-67B49EBE455F}" type="presParOf" srcId="{327A74E4-4995-4812-9505-45DCE9553C5D}" destId="{11B9F3C6-0ECC-4555-A7EE-7EC3FB4D783D}" srcOrd="0" destOrd="0" presId="urn:microsoft.com/office/officeart/2005/8/layout/default"/>
    <dgm:cxn modelId="{A900675F-2261-4A51-A673-B0C547DC302E}" type="presParOf" srcId="{327A74E4-4995-4812-9505-45DCE9553C5D}" destId="{6A3FAFC7-F59D-49D2-9E91-3F5398B91E55}" srcOrd="1" destOrd="0" presId="urn:microsoft.com/office/officeart/2005/8/layout/default"/>
    <dgm:cxn modelId="{5882501D-DF5C-4A68-B1E4-F4C48E309648}" type="presParOf" srcId="{327A74E4-4995-4812-9505-45DCE9553C5D}" destId="{234060CB-4340-41C9-B425-36610C60FB3F}" srcOrd="2" destOrd="0" presId="urn:microsoft.com/office/officeart/2005/8/layout/default"/>
    <dgm:cxn modelId="{D80792FE-D5E4-4B0D-93E7-E1B30F43071C}" type="presParOf" srcId="{327A74E4-4995-4812-9505-45DCE9553C5D}" destId="{F3FDB381-D510-460D-BC4D-A55BA16C7EF2}" srcOrd="3" destOrd="0" presId="urn:microsoft.com/office/officeart/2005/8/layout/default"/>
    <dgm:cxn modelId="{0363C03C-ABB7-4395-8918-BA2B0A536988}" type="presParOf" srcId="{327A74E4-4995-4812-9505-45DCE9553C5D}" destId="{B76A2E58-637D-4A80-9894-7BAF5FB87278}" srcOrd="4" destOrd="0" presId="urn:microsoft.com/office/officeart/2005/8/layout/default"/>
    <dgm:cxn modelId="{F35C0410-CE87-43B5-A3F7-B2D6B7E72CB1}" type="presParOf" srcId="{327A74E4-4995-4812-9505-45DCE9553C5D}" destId="{A7712C43-75B1-4704-8C1F-4DBE01981063}" srcOrd="5" destOrd="0" presId="urn:microsoft.com/office/officeart/2005/8/layout/default"/>
    <dgm:cxn modelId="{0BB11E91-8074-4059-9264-CCB856B32F8D}" type="presParOf" srcId="{327A74E4-4995-4812-9505-45DCE9553C5D}" destId="{69A571BB-0D0A-4A96-805D-508D438FC587}" srcOrd="6" destOrd="0" presId="urn:microsoft.com/office/officeart/2005/8/layout/default"/>
    <dgm:cxn modelId="{66A03968-7471-44CD-8006-CEBAFFC9A80A}" type="presParOf" srcId="{327A74E4-4995-4812-9505-45DCE9553C5D}" destId="{8B794073-5537-461B-8DAE-46D4DBA4FD0D}" srcOrd="7" destOrd="0" presId="urn:microsoft.com/office/officeart/2005/8/layout/default"/>
    <dgm:cxn modelId="{C02F267E-69A2-4091-805E-BBDF9E426170}" type="presParOf" srcId="{327A74E4-4995-4812-9505-45DCE9553C5D}" destId="{57E2F69A-0982-408C-89ED-E497E0D83379}" srcOrd="8" destOrd="0" presId="urn:microsoft.com/office/officeart/2005/8/layout/default"/>
    <dgm:cxn modelId="{00A1A0C5-3AA0-403F-93DA-BF6EBCB8CD6C}" type="presParOf" srcId="{327A74E4-4995-4812-9505-45DCE9553C5D}" destId="{40C28BD5-2E55-4809-8281-4943CDD4FD68}" srcOrd="9" destOrd="0" presId="urn:microsoft.com/office/officeart/2005/8/layout/default"/>
    <dgm:cxn modelId="{28645B71-30DC-49B6-9CB8-8FACB3E30E36}" type="presParOf" srcId="{327A74E4-4995-4812-9505-45DCE9553C5D}" destId="{F1A41796-E5BA-4FE6-A7CE-337142478D0B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CD0104-9076-4885-B1D0-06B10201ECED}">
      <dsp:nvSpPr>
        <dsp:cNvPr id="0" name=""/>
        <dsp:cNvSpPr/>
      </dsp:nvSpPr>
      <dsp:spPr>
        <a:xfrm>
          <a:off x="0" y="1703"/>
          <a:ext cx="5124159" cy="7257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CF8238-4F75-4394-A9EA-EC9BAF289C18}">
      <dsp:nvSpPr>
        <dsp:cNvPr id="0" name=""/>
        <dsp:cNvSpPr/>
      </dsp:nvSpPr>
      <dsp:spPr>
        <a:xfrm>
          <a:off x="219526" y="164987"/>
          <a:ext cx="399138" cy="39913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E3C074-B878-4FFA-BD00-D5A5DD9E92C2}">
      <dsp:nvSpPr>
        <dsp:cNvPr id="0" name=""/>
        <dsp:cNvSpPr/>
      </dsp:nvSpPr>
      <dsp:spPr>
        <a:xfrm>
          <a:off x="838191" y="1703"/>
          <a:ext cx="4285967" cy="725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804" tIns="76804" rIns="76804" bIns="7680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C++: Rápido, usado en motores como Unreal Engine.</a:t>
          </a:r>
        </a:p>
      </dsp:txBody>
      <dsp:txXfrm>
        <a:off x="838191" y="1703"/>
        <a:ext cx="4285967" cy="725706"/>
      </dsp:txXfrm>
    </dsp:sp>
    <dsp:sp modelId="{A42ED916-B56B-4DAC-B0E6-4C2850A1FCB6}">
      <dsp:nvSpPr>
        <dsp:cNvPr id="0" name=""/>
        <dsp:cNvSpPr/>
      </dsp:nvSpPr>
      <dsp:spPr>
        <a:xfrm>
          <a:off x="0" y="908836"/>
          <a:ext cx="5124159" cy="7257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EADDEA-D07A-4D49-9017-72415A4A77C1}">
      <dsp:nvSpPr>
        <dsp:cNvPr id="0" name=""/>
        <dsp:cNvSpPr/>
      </dsp:nvSpPr>
      <dsp:spPr>
        <a:xfrm>
          <a:off x="219526" y="1072120"/>
          <a:ext cx="399138" cy="39913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633436-2EE3-4F54-AAAB-2B1CCC597DC8}">
      <dsp:nvSpPr>
        <dsp:cNvPr id="0" name=""/>
        <dsp:cNvSpPr/>
      </dsp:nvSpPr>
      <dsp:spPr>
        <a:xfrm>
          <a:off x="838191" y="908836"/>
          <a:ext cx="4285967" cy="725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804" tIns="76804" rIns="76804" bIns="7680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C#: Lenguaje principal en Unity.</a:t>
          </a:r>
        </a:p>
      </dsp:txBody>
      <dsp:txXfrm>
        <a:off x="838191" y="908836"/>
        <a:ext cx="4285967" cy="725706"/>
      </dsp:txXfrm>
    </dsp:sp>
    <dsp:sp modelId="{052D4798-8784-40DF-8D56-A023FB0CE488}">
      <dsp:nvSpPr>
        <dsp:cNvPr id="0" name=""/>
        <dsp:cNvSpPr/>
      </dsp:nvSpPr>
      <dsp:spPr>
        <a:xfrm>
          <a:off x="0" y="1815969"/>
          <a:ext cx="5124159" cy="7257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9A92A1-1138-49AE-B689-00721AD676F5}">
      <dsp:nvSpPr>
        <dsp:cNvPr id="0" name=""/>
        <dsp:cNvSpPr/>
      </dsp:nvSpPr>
      <dsp:spPr>
        <a:xfrm>
          <a:off x="219526" y="1979253"/>
          <a:ext cx="399138" cy="39913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D8A876-5F97-412E-A15F-82B32559F2B7}">
      <dsp:nvSpPr>
        <dsp:cNvPr id="0" name=""/>
        <dsp:cNvSpPr/>
      </dsp:nvSpPr>
      <dsp:spPr>
        <a:xfrm>
          <a:off x="838191" y="1815969"/>
          <a:ext cx="4285967" cy="725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804" tIns="76804" rIns="76804" bIns="7680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Python: Fácil de aprender, ideal para prototipos.</a:t>
          </a:r>
        </a:p>
      </dsp:txBody>
      <dsp:txXfrm>
        <a:off x="838191" y="1815969"/>
        <a:ext cx="4285967" cy="725706"/>
      </dsp:txXfrm>
    </dsp:sp>
    <dsp:sp modelId="{CA0083E2-1D72-4FFB-B113-AED0622216C9}">
      <dsp:nvSpPr>
        <dsp:cNvPr id="0" name=""/>
        <dsp:cNvSpPr/>
      </dsp:nvSpPr>
      <dsp:spPr>
        <a:xfrm>
          <a:off x="0" y="2723102"/>
          <a:ext cx="5124159" cy="7257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4A1E7D-9B25-4D70-9E5A-93F5CD6AF335}">
      <dsp:nvSpPr>
        <dsp:cNvPr id="0" name=""/>
        <dsp:cNvSpPr/>
      </dsp:nvSpPr>
      <dsp:spPr>
        <a:xfrm>
          <a:off x="219526" y="2886386"/>
          <a:ext cx="399138" cy="39913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58EE3F-44A9-4A02-BDC2-9E47FD6193D6}">
      <dsp:nvSpPr>
        <dsp:cNvPr id="0" name=""/>
        <dsp:cNvSpPr/>
      </dsp:nvSpPr>
      <dsp:spPr>
        <a:xfrm>
          <a:off x="838191" y="2723102"/>
          <a:ext cx="4285967" cy="725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804" tIns="76804" rIns="76804" bIns="7680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JavaScript: Para juegos web con HTML5.</a:t>
          </a:r>
        </a:p>
      </dsp:txBody>
      <dsp:txXfrm>
        <a:off x="838191" y="2723102"/>
        <a:ext cx="4285967" cy="725706"/>
      </dsp:txXfrm>
    </dsp:sp>
    <dsp:sp modelId="{BCEF2861-D1D9-4CC9-9538-2CBF394BEFCE}">
      <dsp:nvSpPr>
        <dsp:cNvPr id="0" name=""/>
        <dsp:cNvSpPr/>
      </dsp:nvSpPr>
      <dsp:spPr>
        <a:xfrm>
          <a:off x="0" y="3630236"/>
          <a:ext cx="5124159" cy="7257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FE7927-FA0C-49E3-B80B-4E5EACEA6BB9}">
      <dsp:nvSpPr>
        <dsp:cNvPr id="0" name=""/>
        <dsp:cNvSpPr/>
      </dsp:nvSpPr>
      <dsp:spPr>
        <a:xfrm>
          <a:off x="219526" y="3793520"/>
          <a:ext cx="399138" cy="39913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EE2882-6485-4AD1-B6D1-3F0507C12957}">
      <dsp:nvSpPr>
        <dsp:cNvPr id="0" name=""/>
        <dsp:cNvSpPr/>
      </dsp:nvSpPr>
      <dsp:spPr>
        <a:xfrm>
          <a:off x="838191" y="3630236"/>
          <a:ext cx="4285967" cy="725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804" tIns="76804" rIns="76804" bIns="7680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Lua: Ligero y usado en motores como LOVE2D y Roblox.</a:t>
          </a:r>
        </a:p>
      </dsp:txBody>
      <dsp:txXfrm>
        <a:off x="838191" y="3630236"/>
        <a:ext cx="4285967" cy="725706"/>
      </dsp:txXfrm>
    </dsp:sp>
    <dsp:sp modelId="{98F160D0-1D96-4840-B6E9-4936495E8C35}">
      <dsp:nvSpPr>
        <dsp:cNvPr id="0" name=""/>
        <dsp:cNvSpPr/>
      </dsp:nvSpPr>
      <dsp:spPr>
        <a:xfrm>
          <a:off x="0" y="4537369"/>
          <a:ext cx="5124159" cy="7257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C88349-4D0C-4618-80E2-DAB4C186A4CF}">
      <dsp:nvSpPr>
        <dsp:cNvPr id="0" name=""/>
        <dsp:cNvSpPr/>
      </dsp:nvSpPr>
      <dsp:spPr>
        <a:xfrm>
          <a:off x="219526" y="4700653"/>
          <a:ext cx="399138" cy="39913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D9F8F8-052C-4B5D-AE86-9F7F20D5E73D}">
      <dsp:nvSpPr>
        <dsp:cNvPr id="0" name=""/>
        <dsp:cNvSpPr/>
      </dsp:nvSpPr>
      <dsp:spPr>
        <a:xfrm>
          <a:off x="838191" y="4537369"/>
          <a:ext cx="4285967" cy="725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804" tIns="76804" rIns="76804" bIns="7680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Java: Común en juegos Android (como Minecraft).</a:t>
          </a:r>
        </a:p>
      </dsp:txBody>
      <dsp:txXfrm>
        <a:off x="838191" y="4537369"/>
        <a:ext cx="4285967" cy="7257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42D97F-2AE9-4D31-9B12-F1674B9F8F29}">
      <dsp:nvSpPr>
        <dsp:cNvPr id="0" name=""/>
        <dsp:cNvSpPr/>
      </dsp:nvSpPr>
      <dsp:spPr>
        <a:xfrm>
          <a:off x="0" y="2185"/>
          <a:ext cx="5124159" cy="11074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38AD0D-A74A-411D-9C76-783C1BC113A8}">
      <dsp:nvSpPr>
        <dsp:cNvPr id="0" name=""/>
        <dsp:cNvSpPr/>
      </dsp:nvSpPr>
      <dsp:spPr>
        <a:xfrm>
          <a:off x="335004" y="251362"/>
          <a:ext cx="609099" cy="6090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E7F2CA-3A60-403A-A54C-2A24BF94B38D}">
      <dsp:nvSpPr>
        <dsp:cNvPr id="0" name=""/>
        <dsp:cNvSpPr/>
      </dsp:nvSpPr>
      <dsp:spPr>
        <a:xfrm>
          <a:off x="1279109" y="2185"/>
          <a:ext cx="3845049" cy="1107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206" tIns="117206" rIns="117206" bIns="11720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El código se ejecuta línea por línea.</a:t>
          </a:r>
        </a:p>
      </dsp:txBody>
      <dsp:txXfrm>
        <a:off x="1279109" y="2185"/>
        <a:ext cx="3845049" cy="1107454"/>
      </dsp:txXfrm>
    </dsp:sp>
    <dsp:sp modelId="{6D48D478-162D-49B2-B976-826C6E671BC0}">
      <dsp:nvSpPr>
        <dsp:cNvPr id="0" name=""/>
        <dsp:cNvSpPr/>
      </dsp:nvSpPr>
      <dsp:spPr>
        <a:xfrm>
          <a:off x="0" y="1386503"/>
          <a:ext cx="5124159" cy="11074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39809A-A298-491A-8A79-73964E4A3B77}">
      <dsp:nvSpPr>
        <dsp:cNvPr id="0" name=""/>
        <dsp:cNvSpPr/>
      </dsp:nvSpPr>
      <dsp:spPr>
        <a:xfrm>
          <a:off x="335004" y="1635680"/>
          <a:ext cx="609099" cy="6090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FD300D-1525-4FAB-812A-21C55EC80A4A}">
      <dsp:nvSpPr>
        <dsp:cNvPr id="0" name=""/>
        <dsp:cNvSpPr/>
      </dsp:nvSpPr>
      <dsp:spPr>
        <a:xfrm>
          <a:off x="1279109" y="1386503"/>
          <a:ext cx="3845049" cy="1107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206" tIns="117206" rIns="117206" bIns="11720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Más flexible, pero más lento.</a:t>
          </a:r>
        </a:p>
      </dsp:txBody>
      <dsp:txXfrm>
        <a:off x="1279109" y="1386503"/>
        <a:ext cx="3845049" cy="1107454"/>
      </dsp:txXfrm>
    </dsp:sp>
    <dsp:sp modelId="{EFDCBCCD-4232-43A7-8901-51BD9A0FC457}">
      <dsp:nvSpPr>
        <dsp:cNvPr id="0" name=""/>
        <dsp:cNvSpPr/>
      </dsp:nvSpPr>
      <dsp:spPr>
        <a:xfrm>
          <a:off x="0" y="2770821"/>
          <a:ext cx="5124159" cy="11074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2AAB18-928F-403D-9943-F9ADA12ECDC6}">
      <dsp:nvSpPr>
        <dsp:cNvPr id="0" name=""/>
        <dsp:cNvSpPr/>
      </dsp:nvSpPr>
      <dsp:spPr>
        <a:xfrm>
          <a:off x="335004" y="3019998"/>
          <a:ext cx="609099" cy="6090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B4DF67-291B-466A-8EC8-A6F98F325CC9}">
      <dsp:nvSpPr>
        <dsp:cNvPr id="0" name=""/>
        <dsp:cNvSpPr/>
      </dsp:nvSpPr>
      <dsp:spPr>
        <a:xfrm>
          <a:off x="1279109" y="2770821"/>
          <a:ext cx="3845049" cy="1107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206" tIns="117206" rIns="117206" bIns="11720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Ideal para scripts y prototipos.</a:t>
          </a:r>
        </a:p>
      </dsp:txBody>
      <dsp:txXfrm>
        <a:off x="1279109" y="2770821"/>
        <a:ext cx="3845049" cy="1107454"/>
      </dsp:txXfrm>
    </dsp:sp>
    <dsp:sp modelId="{62AF5F8B-BF66-49DA-8C15-9C5C8F5AF5AE}">
      <dsp:nvSpPr>
        <dsp:cNvPr id="0" name=""/>
        <dsp:cNvSpPr/>
      </dsp:nvSpPr>
      <dsp:spPr>
        <a:xfrm>
          <a:off x="0" y="4155139"/>
          <a:ext cx="5124159" cy="11074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161DBE-459D-410A-BE6E-77E2E8B5E796}">
      <dsp:nvSpPr>
        <dsp:cNvPr id="0" name=""/>
        <dsp:cNvSpPr/>
      </dsp:nvSpPr>
      <dsp:spPr>
        <a:xfrm>
          <a:off x="335004" y="4404316"/>
          <a:ext cx="609099" cy="60909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35A429-B173-4BCA-9BB0-4A7932A8C71E}">
      <dsp:nvSpPr>
        <dsp:cNvPr id="0" name=""/>
        <dsp:cNvSpPr/>
      </dsp:nvSpPr>
      <dsp:spPr>
        <a:xfrm>
          <a:off x="1279109" y="4155139"/>
          <a:ext cx="3845049" cy="1107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206" tIns="117206" rIns="117206" bIns="11720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Ejemplos: Python, JavaScript, Lua.</a:t>
          </a:r>
        </a:p>
      </dsp:txBody>
      <dsp:txXfrm>
        <a:off x="1279109" y="4155139"/>
        <a:ext cx="3845049" cy="11074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145487-800E-460C-8A88-6EA76E3C5D81}">
      <dsp:nvSpPr>
        <dsp:cNvPr id="0" name=""/>
        <dsp:cNvSpPr/>
      </dsp:nvSpPr>
      <dsp:spPr>
        <a:xfrm>
          <a:off x="0" y="55014"/>
          <a:ext cx="5124159" cy="166257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✔️ Compilados: Mejor rendimiento, menos errores en ejecución.</a:t>
          </a:r>
        </a:p>
      </dsp:txBody>
      <dsp:txXfrm>
        <a:off x="81160" y="136174"/>
        <a:ext cx="4961839" cy="1500250"/>
      </dsp:txXfrm>
    </dsp:sp>
    <dsp:sp modelId="{76B0DE98-7ECA-46CC-968E-7CD8D21CD4A3}">
      <dsp:nvSpPr>
        <dsp:cNvPr id="0" name=""/>
        <dsp:cNvSpPr/>
      </dsp:nvSpPr>
      <dsp:spPr>
        <a:xfrm>
          <a:off x="0" y="1801104"/>
          <a:ext cx="5124159" cy="1662570"/>
        </a:xfrm>
        <a:prstGeom prst="roundRect">
          <a:avLst/>
        </a:prstGeom>
        <a:gradFill rotWithShape="0">
          <a:gsLst>
            <a:gs pos="0">
              <a:schemeClr val="accent5">
                <a:hueOff val="2404066"/>
                <a:satOff val="-4882"/>
                <a:lumOff val="3137"/>
                <a:alphaOff val="0"/>
                <a:tint val="96000"/>
                <a:lumMod val="104000"/>
              </a:schemeClr>
            </a:gs>
            <a:gs pos="100000">
              <a:schemeClr val="accent5">
                <a:hueOff val="2404066"/>
                <a:satOff val="-4882"/>
                <a:lumOff val="3137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✔️ Interpretados: Más fáciles de depurar y modificar.</a:t>
          </a:r>
        </a:p>
      </dsp:txBody>
      <dsp:txXfrm>
        <a:off x="81160" y="1882264"/>
        <a:ext cx="4961839" cy="1500250"/>
      </dsp:txXfrm>
    </dsp:sp>
    <dsp:sp modelId="{8AC750F1-B393-420F-9CC4-9AFBCA68C410}">
      <dsp:nvSpPr>
        <dsp:cNvPr id="0" name=""/>
        <dsp:cNvSpPr/>
      </dsp:nvSpPr>
      <dsp:spPr>
        <a:xfrm>
          <a:off x="0" y="3547194"/>
          <a:ext cx="5124159" cy="1662570"/>
        </a:xfrm>
        <a:prstGeom prst="roundRect">
          <a:avLst/>
        </a:prstGeom>
        <a:gradFill rotWithShape="0">
          <a:gsLst>
            <a:gs pos="0">
              <a:schemeClr val="accent5">
                <a:hueOff val="4808133"/>
                <a:satOff val="-9764"/>
                <a:lumOff val="6275"/>
                <a:alphaOff val="0"/>
                <a:tint val="96000"/>
                <a:lumMod val="104000"/>
              </a:schemeClr>
            </a:gs>
            <a:gs pos="100000">
              <a:schemeClr val="accent5">
                <a:hueOff val="4808133"/>
                <a:satOff val="-9764"/>
                <a:lumOff val="6275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💡 Muchos lenguajes modernos combinan ambas técnicas.</a:t>
          </a:r>
        </a:p>
      </dsp:txBody>
      <dsp:txXfrm>
        <a:off x="81160" y="3628354"/>
        <a:ext cx="4961839" cy="15002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B9F3C6-0ECC-4555-A7EE-7EC3FB4D783D}">
      <dsp:nvSpPr>
        <dsp:cNvPr id="0" name=""/>
        <dsp:cNvSpPr/>
      </dsp:nvSpPr>
      <dsp:spPr>
        <a:xfrm>
          <a:off x="0" y="457795"/>
          <a:ext cx="2106422" cy="126385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Unity → C# (muy usado en juegos indie y móviles)</a:t>
          </a:r>
        </a:p>
      </dsp:txBody>
      <dsp:txXfrm>
        <a:off x="0" y="457795"/>
        <a:ext cx="2106422" cy="1263853"/>
      </dsp:txXfrm>
    </dsp:sp>
    <dsp:sp modelId="{234060CB-4340-41C9-B425-36610C60FB3F}">
      <dsp:nvSpPr>
        <dsp:cNvPr id="0" name=""/>
        <dsp:cNvSpPr/>
      </dsp:nvSpPr>
      <dsp:spPr>
        <a:xfrm>
          <a:off x="2317065" y="457795"/>
          <a:ext cx="2106422" cy="1263853"/>
        </a:xfrm>
        <a:prstGeom prst="rect">
          <a:avLst/>
        </a:prstGeom>
        <a:gradFill rotWithShape="0">
          <a:gsLst>
            <a:gs pos="0">
              <a:schemeClr val="accent2">
                <a:hueOff val="90633"/>
                <a:satOff val="-9599"/>
                <a:lumOff val="-235"/>
                <a:alphaOff val="0"/>
                <a:tint val="96000"/>
                <a:lumMod val="104000"/>
              </a:schemeClr>
            </a:gs>
            <a:gs pos="100000">
              <a:schemeClr val="accent2">
                <a:hueOff val="90633"/>
                <a:satOff val="-9599"/>
                <a:lumOff val="-235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Unreal Engine → C++ y Blueprints (triple A, realismo)</a:t>
          </a:r>
        </a:p>
      </dsp:txBody>
      <dsp:txXfrm>
        <a:off x="2317065" y="457795"/>
        <a:ext cx="2106422" cy="1263853"/>
      </dsp:txXfrm>
    </dsp:sp>
    <dsp:sp modelId="{B76A2E58-637D-4A80-9894-7BAF5FB87278}">
      <dsp:nvSpPr>
        <dsp:cNvPr id="0" name=""/>
        <dsp:cNvSpPr/>
      </dsp:nvSpPr>
      <dsp:spPr>
        <a:xfrm>
          <a:off x="4634130" y="457795"/>
          <a:ext cx="2106422" cy="1263853"/>
        </a:xfrm>
        <a:prstGeom prst="rect">
          <a:avLst/>
        </a:prstGeom>
        <a:gradFill rotWithShape="0">
          <a:gsLst>
            <a:gs pos="0">
              <a:schemeClr val="accent2">
                <a:hueOff val="181266"/>
                <a:satOff val="-19197"/>
                <a:lumOff val="-470"/>
                <a:alphaOff val="0"/>
                <a:tint val="96000"/>
                <a:lumMod val="104000"/>
              </a:schemeClr>
            </a:gs>
            <a:gs pos="100000">
              <a:schemeClr val="accent2">
                <a:hueOff val="181266"/>
                <a:satOff val="-19197"/>
                <a:lumOff val="-47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Godot → GDScript (similar a Python), C#, C++</a:t>
          </a:r>
        </a:p>
      </dsp:txBody>
      <dsp:txXfrm>
        <a:off x="4634130" y="457795"/>
        <a:ext cx="2106422" cy="1263853"/>
      </dsp:txXfrm>
    </dsp:sp>
    <dsp:sp modelId="{69A571BB-0D0A-4A96-805D-508D438FC587}">
      <dsp:nvSpPr>
        <dsp:cNvPr id="0" name=""/>
        <dsp:cNvSpPr/>
      </dsp:nvSpPr>
      <dsp:spPr>
        <a:xfrm>
          <a:off x="0" y="1932291"/>
          <a:ext cx="2106422" cy="1263853"/>
        </a:xfrm>
        <a:prstGeom prst="rect">
          <a:avLst/>
        </a:prstGeom>
        <a:gradFill rotWithShape="0">
          <a:gsLst>
            <a:gs pos="0">
              <a:schemeClr val="accent2">
                <a:hueOff val="271899"/>
                <a:satOff val="-28796"/>
                <a:lumOff val="-706"/>
                <a:alphaOff val="0"/>
                <a:tint val="96000"/>
                <a:lumMod val="104000"/>
              </a:schemeClr>
            </a:gs>
            <a:gs pos="100000">
              <a:schemeClr val="accent2">
                <a:hueOff val="271899"/>
                <a:satOff val="-28796"/>
                <a:lumOff val="-706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LOVE2D → Lua (ligero y fácil para 2D)</a:t>
          </a:r>
        </a:p>
      </dsp:txBody>
      <dsp:txXfrm>
        <a:off x="0" y="1932291"/>
        <a:ext cx="2106422" cy="1263853"/>
      </dsp:txXfrm>
    </dsp:sp>
    <dsp:sp modelId="{57E2F69A-0982-408C-89ED-E497E0D83379}">
      <dsp:nvSpPr>
        <dsp:cNvPr id="0" name=""/>
        <dsp:cNvSpPr/>
      </dsp:nvSpPr>
      <dsp:spPr>
        <a:xfrm>
          <a:off x="2317065" y="1932291"/>
          <a:ext cx="2106422" cy="1263853"/>
        </a:xfrm>
        <a:prstGeom prst="rect">
          <a:avLst/>
        </a:prstGeom>
        <a:gradFill rotWithShape="0">
          <a:gsLst>
            <a:gs pos="0">
              <a:schemeClr val="accent2">
                <a:hueOff val="362532"/>
                <a:satOff val="-38394"/>
                <a:lumOff val="-941"/>
                <a:alphaOff val="0"/>
                <a:tint val="96000"/>
                <a:lumMod val="104000"/>
              </a:schemeClr>
            </a:gs>
            <a:gs pos="100000">
              <a:schemeClr val="accent2">
                <a:hueOff val="362532"/>
                <a:satOff val="-38394"/>
                <a:lumOff val="-941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GameMaker Studio → GML (GameMaker Language)</a:t>
          </a:r>
        </a:p>
      </dsp:txBody>
      <dsp:txXfrm>
        <a:off x="2317065" y="1932291"/>
        <a:ext cx="2106422" cy="1263853"/>
      </dsp:txXfrm>
    </dsp:sp>
    <dsp:sp modelId="{F1A41796-E5BA-4FE6-A7CE-337142478D0B}">
      <dsp:nvSpPr>
        <dsp:cNvPr id="0" name=""/>
        <dsp:cNvSpPr/>
      </dsp:nvSpPr>
      <dsp:spPr>
        <a:xfrm>
          <a:off x="4634130" y="1932291"/>
          <a:ext cx="2106422" cy="1263853"/>
        </a:xfrm>
        <a:prstGeom prst="rect">
          <a:avLst/>
        </a:prstGeom>
        <a:gradFill rotWithShape="0">
          <a:gsLst>
            <a:gs pos="0">
              <a:schemeClr val="accent2">
                <a:hueOff val="453165"/>
                <a:satOff val="-47993"/>
                <a:lumOff val="-1176"/>
                <a:alphaOff val="0"/>
                <a:tint val="96000"/>
                <a:lumMod val="104000"/>
              </a:schemeClr>
            </a:gs>
            <a:gs pos="100000">
              <a:schemeClr val="accent2">
                <a:hueOff val="453165"/>
                <a:satOff val="-47993"/>
                <a:lumOff val="-1176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Roblox → Lua (plataforma muy popular entre jóvenes)</a:t>
          </a:r>
        </a:p>
      </dsp:txBody>
      <dsp:txXfrm>
        <a:off x="4634130" y="1932291"/>
        <a:ext cx="2106422" cy="12638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742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286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480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260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864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19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775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43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861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810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99271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686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251728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5593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1921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85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004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defRPr sz="4800" b="1">
                <a:solidFill>
                  <a:srgbClr val="003399"/>
                </a:solidFill>
              </a:defRPr>
            </a:pPr>
            <a:r>
              <a:rPr dirty="0" err="1"/>
              <a:t>Lenguajes</a:t>
            </a:r>
            <a:r>
              <a:rPr dirty="0"/>
              <a:t> de </a:t>
            </a:r>
            <a:r>
              <a:rPr dirty="0" err="1"/>
              <a:t>Programación</a:t>
            </a:r>
            <a:r>
              <a:rPr dirty="0"/>
              <a:t> </a:t>
            </a:r>
            <a:endParaRPr lang="es-AR" dirty="0"/>
          </a:p>
          <a:p>
            <a:pPr algn="ctr">
              <a:defRPr sz="4800" b="1">
                <a:solidFill>
                  <a:srgbClr val="003399"/>
                </a:solidFill>
              </a:defRPr>
            </a:pPr>
            <a:r>
              <a:rPr dirty="0"/>
              <a:t>para </a:t>
            </a:r>
            <a:r>
              <a:rPr dirty="0" err="1"/>
              <a:t>Videojuegos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8069838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800">
                <a:solidFill>
                  <a:srgbClr val="505050"/>
                </a:solidFill>
              </a:defRPr>
            </a:pPr>
            <a:r>
              <a:rPr dirty="0" err="1"/>
              <a:t>Programación</a:t>
            </a:r>
            <a:r>
              <a:rPr dirty="0"/>
              <a:t> – </a:t>
            </a:r>
            <a:r>
              <a:rPr dirty="0" err="1"/>
              <a:t>Tecnicatura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Videojuegos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83CFBA6-CE65-403A-9402-96B75FC89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59AF335C-09EE-4959-A2C9-B32F3C6C1D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94CCE8C7-E8BB-47EB-BBC7-5E8948F89F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2665878D-6479-49F4-BD1C-D1BE63CABA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C6400AEB-4991-4E07-8599-C36A9E354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0C2AEB7A-70D9-4DE7-B97A-0325DBC9F2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FC03DDD2-9CC7-40B7-A632-50BF3E3F6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7F0B3262-F0EC-44D3-AA37-9552D248C7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1839BD80-9BF2-49B4-BB03-B5AAB359BF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BDC00C45-9216-4702-A31A-391B1D89C4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5FB0F70F-34B9-4938-B487-312A0BF0E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791D1EE1-5A08-47A7-8D44-0940DEF5B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E04F3404-E41A-43F9-AC45-52EB0874B4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1BC7BDB-967A-4559-AA14-041BCB872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</p:grpSpPr>
        <p:sp>
          <p:nvSpPr>
            <p:cNvPr id="24" name="Freeform 27">
              <a:extLst>
                <a:ext uri="{FF2B5EF4-FFF2-40B4-BE49-F238E27FC236}">
                  <a16:creationId xmlns:a16="http://schemas.microsoft.com/office/drawing/2014/main" id="{A39F46EA-3E4A-46CA-BCB8-CA695ED3F4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491A4A32-7F8C-4CA7-9281-9761F03571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6" name="Freeform 29">
              <a:extLst>
                <a:ext uri="{FF2B5EF4-FFF2-40B4-BE49-F238E27FC236}">
                  <a16:creationId xmlns:a16="http://schemas.microsoft.com/office/drawing/2014/main" id="{46B02D76-3CD9-4DF5-A3AD-793E7204E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E579A2FB-E98B-4144-9D52-3A72BD8D1B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8" name="Freeform 31">
              <a:extLst>
                <a:ext uri="{FF2B5EF4-FFF2-40B4-BE49-F238E27FC236}">
                  <a16:creationId xmlns:a16="http://schemas.microsoft.com/office/drawing/2014/main" id="{65E500DD-EB71-44B5-A2FA-88E996435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9" name="Freeform 32">
              <a:extLst>
                <a:ext uri="{FF2B5EF4-FFF2-40B4-BE49-F238E27FC236}">
                  <a16:creationId xmlns:a16="http://schemas.microsoft.com/office/drawing/2014/main" id="{04D6AAD6-45AE-454A-9206-8B90E8A26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0" name="Freeform 33">
              <a:extLst>
                <a:ext uri="{FF2B5EF4-FFF2-40B4-BE49-F238E27FC236}">
                  <a16:creationId xmlns:a16="http://schemas.microsoft.com/office/drawing/2014/main" id="{F7399B13-8510-45F6-98C4-0F14C0B37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1" name="Freeform 34">
              <a:extLst>
                <a:ext uri="{FF2B5EF4-FFF2-40B4-BE49-F238E27FC236}">
                  <a16:creationId xmlns:a16="http://schemas.microsoft.com/office/drawing/2014/main" id="{CA595445-6A38-4465-9A5D-9705388D93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21D40BAF-4AE0-46F4-BD65-057F0DC66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B17F2D73-16DF-4138-B72D-E5B204717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4" name="Freeform 37">
              <a:extLst>
                <a:ext uri="{FF2B5EF4-FFF2-40B4-BE49-F238E27FC236}">
                  <a16:creationId xmlns:a16="http://schemas.microsoft.com/office/drawing/2014/main" id="{DB8ABBC2-6C0C-4F6E-97EB-55B3B7B2F3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5" name="Freeform 38">
              <a:extLst>
                <a:ext uri="{FF2B5EF4-FFF2-40B4-BE49-F238E27FC236}">
                  <a16:creationId xmlns:a16="http://schemas.microsoft.com/office/drawing/2014/main" id="{7A49885E-6B05-41B6-B47F-9D24456F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BDADA868-08FE-425A-AEF9-B622F9373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39" name="Freeform 11">
            <a:extLst>
              <a:ext uri="{FF2B5EF4-FFF2-40B4-BE49-F238E27FC236}">
                <a16:creationId xmlns:a16="http://schemas.microsoft.com/office/drawing/2014/main" id="{4AE17B7F-6C2F-42A9-946F-8FF49617D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3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944919" y="3101093"/>
            <a:ext cx="1840539" cy="30293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endParaRPr lang="en-US" sz="260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0066CC"/>
                </a:solidFill>
              </a:defRPr>
            </a:pPr>
            <a:r>
              <a:rPr lang="en-US" sz="26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🎮 Lenguajes Populares en Videojuegos</a:t>
            </a:r>
          </a:p>
        </p:txBody>
      </p:sp>
      <p:sp>
        <p:nvSpPr>
          <p:cNvPr id="43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179901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AR"/>
          </a:p>
        </p:txBody>
      </p: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6802" y="0"/>
            <a:ext cx="55471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6A9D6E01-BB06-397B-1F62-C49B61735F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4249953"/>
              </p:ext>
            </p:extLst>
          </p:nvPr>
        </p:nvGraphicFramePr>
        <p:xfrm>
          <a:off x="3534858" y="641551"/>
          <a:ext cx="5124159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398C59F-5A18-487B-91D6-B955AACF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0557FAFE-C7C3-47EC-A4F5-9B2166319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95BC28FB-3882-4674-9D79-EA58BEB7C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9C6EC892-83F9-402F-8552-0AD7C0556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18387766-037C-4EF0-8471-D19CBF2A4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1E364F38-6F3A-476A-93E6-962EA817C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35C335A4-1E67-4293-8BE2-DFB085D4F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9A8A0F10-2C98-4297-9F92-5D9553392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C3B112A3-006E-4008-A778-DB5F6A09D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E5E62767-5C25-4C49-9568-432433A3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598EC006-77B1-42BA-B815-66CCB9B170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A144ED09-DA06-491D-95A8-AB3DED432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1CB00BD2-11CD-4A38-8F38-02B0D1105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20234FB-542E-4550-9C2F-1B56FD41A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</p:grpSpPr>
        <p:sp>
          <p:nvSpPr>
            <p:cNvPr id="24" name="Freeform 27">
              <a:extLst>
                <a:ext uri="{FF2B5EF4-FFF2-40B4-BE49-F238E27FC236}">
                  <a16:creationId xmlns:a16="http://schemas.microsoft.com/office/drawing/2014/main" id="{41FCE1F3-DEB3-47CD-90FF-7DABB4AF4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5708E488-C19B-452C-B197-6F1C34F6E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6" name="Freeform 29">
              <a:extLst>
                <a:ext uri="{FF2B5EF4-FFF2-40B4-BE49-F238E27FC236}">
                  <a16:creationId xmlns:a16="http://schemas.microsoft.com/office/drawing/2014/main" id="{89D3FD25-890E-4981-A71D-EE796873D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51B5414C-556A-47CB-8EE2-974A85A7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8" name="Freeform 31">
              <a:extLst>
                <a:ext uri="{FF2B5EF4-FFF2-40B4-BE49-F238E27FC236}">
                  <a16:creationId xmlns:a16="http://schemas.microsoft.com/office/drawing/2014/main" id="{1C02B20C-2B27-4B75-8AEE-A5D2E2674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9" name="Freeform 32">
              <a:extLst>
                <a:ext uri="{FF2B5EF4-FFF2-40B4-BE49-F238E27FC236}">
                  <a16:creationId xmlns:a16="http://schemas.microsoft.com/office/drawing/2014/main" id="{54427714-F9AA-4F93-BD1D-400F1EA93F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0" name="Freeform 33">
              <a:extLst>
                <a:ext uri="{FF2B5EF4-FFF2-40B4-BE49-F238E27FC236}">
                  <a16:creationId xmlns:a16="http://schemas.microsoft.com/office/drawing/2014/main" id="{28A77D6A-9E81-497F-ABCC-2695BB5AD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1" name="Freeform 34">
              <a:extLst>
                <a:ext uri="{FF2B5EF4-FFF2-40B4-BE49-F238E27FC236}">
                  <a16:creationId xmlns:a16="http://schemas.microsoft.com/office/drawing/2014/main" id="{2A1533BA-1478-4F7C-8E24-3F3E90505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39686201-E633-40FD-A80A-1E28AD52E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76A215C2-F590-4938-810B-F8A79366C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4" name="Freeform 37">
              <a:extLst>
                <a:ext uri="{FF2B5EF4-FFF2-40B4-BE49-F238E27FC236}">
                  <a16:creationId xmlns:a16="http://schemas.microsoft.com/office/drawing/2014/main" id="{85F418E7-330D-4002-8EC8-33C1A897F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5" name="Freeform 38">
              <a:extLst>
                <a:ext uri="{FF2B5EF4-FFF2-40B4-BE49-F238E27FC236}">
                  <a16:creationId xmlns:a16="http://schemas.microsoft.com/office/drawing/2014/main" id="{8FFE669A-54C9-4436-9566-C5A90F16D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DE91395A-2D18-4AF6-A0AC-AAA7189FE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39" name="Freeform 11">
            <a:extLst>
              <a:ext uri="{FF2B5EF4-FFF2-40B4-BE49-F238E27FC236}">
                <a16:creationId xmlns:a16="http://schemas.microsoft.com/office/drawing/2014/main" id="{A57352BE-A213-4040-BE8E-D4A925AD9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AR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1A44C337-3893-4B29-A265-B1329150B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715" y="-1"/>
            <a:ext cx="915543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1E0B358-1267-4844-8B3D-B7A279B41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27110" y="228600"/>
            <a:ext cx="2138628" cy="6638625"/>
            <a:chOff x="2487613" y="285750"/>
            <a:chExt cx="2428875" cy="5654676"/>
          </a:xfrm>
        </p:grpSpPr>
        <p:sp>
          <p:nvSpPr>
            <p:cNvPr id="44" name="Freeform 11">
              <a:extLst>
                <a:ext uri="{FF2B5EF4-FFF2-40B4-BE49-F238E27FC236}">
                  <a16:creationId xmlns:a16="http://schemas.microsoft.com/office/drawing/2014/main" id="{B24AA06A-F1A5-4BB3-9486-9AE7A53B3F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5" name="Freeform 12">
              <a:extLst>
                <a:ext uri="{FF2B5EF4-FFF2-40B4-BE49-F238E27FC236}">
                  <a16:creationId xmlns:a16="http://schemas.microsoft.com/office/drawing/2014/main" id="{BDF97590-C600-44CB-9303-4A3679F516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6" name="Freeform 13">
              <a:extLst>
                <a:ext uri="{FF2B5EF4-FFF2-40B4-BE49-F238E27FC236}">
                  <a16:creationId xmlns:a16="http://schemas.microsoft.com/office/drawing/2014/main" id="{A9BBE156-3FFA-4DC4-8468-35BD28DDC6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7" name="Freeform 14">
              <a:extLst>
                <a:ext uri="{FF2B5EF4-FFF2-40B4-BE49-F238E27FC236}">
                  <a16:creationId xmlns:a16="http://schemas.microsoft.com/office/drawing/2014/main" id="{F7960DE5-3810-4B1E-B1E2-3BAFEA91ED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8" name="Freeform 15">
              <a:extLst>
                <a:ext uri="{FF2B5EF4-FFF2-40B4-BE49-F238E27FC236}">
                  <a16:creationId xmlns:a16="http://schemas.microsoft.com/office/drawing/2014/main" id="{359E957C-CE11-446F-8AA7-B3E98390B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9" name="Freeform 16">
              <a:extLst>
                <a:ext uri="{FF2B5EF4-FFF2-40B4-BE49-F238E27FC236}">
                  <a16:creationId xmlns:a16="http://schemas.microsoft.com/office/drawing/2014/main" id="{A3E9FE34-CA9E-4443-BEBF-D1B9A1C6C2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50" name="Freeform 17">
              <a:extLst>
                <a:ext uri="{FF2B5EF4-FFF2-40B4-BE49-F238E27FC236}">
                  <a16:creationId xmlns:a16="http://schemas.microsoft.com/office/drawing/2014/main" id="{4F39D814-8A48-4509-BDEB-826F1065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51" name="Freeform 18">
              <a:extLst>
                <a:ext uri="{FF2B5EF4-FFF2-40B4-BE49-F238E27FC236}">
                  <a16:creationId xmlns:a16="http://schemas.microsoft.com/office/drawing/2014/main" id="{8C6D08C0-8C49-4B87-9CF4-A1F08714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52" name="Freeform 19">
              <a:extLst>
                <a:ext uri="{FF2B5EF4-FFF2-40B4-BE49-F238E27FC236}">
                  <a16:creationId xmlns:a16="http://schemas.microsoft.com/office/drawing/2014/main" id="{308C612B-4C0D-4863-B9CD-F86ABAA1B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53" name="Freeform 20">
              <a:extLst>
                <a:ext uri="{FF2B5EF4-FFF2-40B4-BE49-F238E27FC236}">
                  <a16:creationId xmlns:a16="http://schemas.microsoft.com/office/drawing/2014/main" id="{600B1EC8-1B55-4390-A183-C33B5E227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54" name="Freeform 21">
              <a:extLst>
                <a:ext uri="{FF2B5EF4-FFF2-40B4-BE49-F238E27FC236}">
                  <a16:creationId xmlns:a16="http://schemas.microsoft.com/office/drawing/2014/main" id="{1790A225-91E1-4BE5-A801-5F1E32721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55" name="Freeform 22">
              <a:extLst>
                <a:ext uri="{FF2B5EF4-FFF2-40B4-BE49-F238E27FC236}">
                  <a16:creationId xmlns:a16="http://schemas.microsoft.com/office/drawing/2014/main" id="{DFFC46A2-6BBF-47FD-BC17-5EE1DF7CB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F44CA9C-80E8-44E1-A79C-D6EBFC73B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07832" y="-786"/>
            <a:ext cx="1767505" cy="6854040"/>
            <a:chOff x="6627813" y="194833"/>
            <a:chExt cx="1952625" cy="5678918"/>
          </a:xfrm>
        </p:grpSpPr>
        <p:sp>
          <p:nvSpPr>
            <p:cNvPr id="58" name="Freeform 27">
              <a:extLst>
                <a:ext uri="{FF2B5EF4-FFF2-40B4-BE49-F238E27FC236}">
                  <a16:creationId xmlns:a16="http://schemas.microsoft.com/office/drawing/2014/main" id="{8CB9417F-98D9-4998-B00B-A5932E4C7D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59" name="Freeform 28">
              <a:extLst>
                <a:ext uri="{FF2B5EF4-FFF2-40B4-BE49-F238E27FC236}">
                  <a16:creationId xmlns:a16="http://schemas.microsoft.com/office/drawing/2014/main" id="{FA79AA3D-583E-4A1E-AF7E-CBD980F596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60" name="Freeform 29">
              <a:extLst>
                <a:ext uri="{FF2B5EF4-FFF2-40B4-BE49-F238E27FC236}">
                  <a16:creationId xmlns:a16="http://schemas.microsoft.com/office/drawing/2014/main" id="{D80C9F17-A6B2-4A12-BC77-F84264A669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61" name="Freeform 30">
              <a:extLst>
                <a:ext uri="{FF2B5EF4-FFF2-40B4-BE49-F238E27FC236}">
                  <a16:creationId xmlns:a16="http://schemas.microsoft.com/office/drawing/2014/main" id="{949C9A53-ED97-44CE-BDD5-ED24892116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62" name="Freeform 31">
              <a:extLst>
                <a:ext uri="{FF2B5EF4-FFF2-40B4-BE49-F238E27FC236}">
                  <a16:creationId xmlns:a16="http://schemas.microsoft.com/office/drawing/2014/main" id="{0F9FDAE7-225B-4072-8907-6EAA06174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63" name="Freeform 32">
              <a:extLst>
                <a:ext uri="{FF2B5EF4-FFF2-40B4-BE49-F238E27FC236}">
                  <a16:creationId xmlns:a16="http://schemas.microsoft.com/office/drawing/2014/main" id="{9D49818B-8EA3-4B41-9783-EFE0C618C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64" name="Freeform 33">
              <a:extLst>
                <a:ext uri="{FF2B5EF4-FFF2-40B4-BE49-F238E27FC236}">
                  <a16:creationId xmlns:a16="http://schemas.microsoft.com/office/drawing/2014/main" id="{01903E65-D822-4457-B0A5-2F41682241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65" name="Freeform 34">
              <a:extLst>
                <a:ext uri="{FF2B5EF4-FFF2-40B4-BE49-F238E27FC236}">
                  <a16:creationId xmlns:a16="http://schemas.microsoft.com/office/drawing/2014/main" id="{A5CF9DAB-75BF-43D9-B1E7-817D1FAA00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66" name="Freeform 35">
              <a:extLst>
                <a:ext uri="{FF2B5EF4-FFF2-40B4-BE49-F238E27FC236}">
                  <a16:creationId xmlns:a16="http://schemas.microsoft.com/office/drawing/2014/main" id="{BB22916D-4BCF-4A4C-8714-A2564D34C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67" name="Freeform 36">
              <a:extLst>
                <a:ext uri="{FF2B5EF4-FFF2-40B4-BE49-F238E27FC236}">
                  <a16:creationId xmlns:a16="http://schemas.microsoft.com/office/drawing/2014/main" id="{4CD9F734-569E-44E7-BD53-6214E0F18C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68" name="Freeform 37">
              <a:extLst>
                <a:ext uri="{FF2B5EF4-FFF2-40B4-BE49-F238E27FC236}">
                  <a16:creationId xmlns:a16="http://schemas.microsoft.com/office/drawing/2014/main" id="{7A5DAACB-2F42-40C8-BF6A-75B79299F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69" name="Freeform 38">
              <a:extLst>
                <a:ext uri="{FF2B5EF4-FFF2-40B4-BE49-F238E27FC236}">
                  <a16:creationId xmlns:a16="http://schemas.microsoft.com/office/drawing/2014/main" id="{AD78E0F9-8568-4672-A22F-4ED5B1A96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4862322" y="624110"/>
            <a:ext cx="376613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5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0066CC"/>
                </a:solidFill>
              </a:defRPr>
            </a:pPr>
            <a:r>
              <a:rPr lang="en-US" sz="25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🧠 ¿</a:t>
            </a:r>
            <a:r>
              <a:rPr lang="en-US" sz="25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Qué</a:t>
            </a:r>
            <a:r>
              <a:rPr lang="en-US" sz="25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es un </a:t>
            </a:r>
            <a:r>
              <a:rPr lang="en-US" sz="25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lenguaje</a:t>
            </a:r>
            <a:r>
              <a:rPr lang="en-US" sz="25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5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compilado</a:t>
            </a:r>
            <a:r>
              <a:rPr lang="en-US" sz="25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?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A5CD610-ED7C-4CED-A9A1-174432C88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4278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73" name="Freeform 11">
            <a:extLst>
              <a:ext uri="{FF2B5EF4-FFF2-40B4-BE49-F238E27FC236}">
                <a16:creationId xmlns:a16="http://schemas.microsoft.com/office/drawing/2014/main" id="{0C4379BF-8C7A-480A-BC36-DA55D92A9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3484278" y="714375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AR"/>
          </a:p>
        </p:txBody>
      </p:sp>
      <p:pic>
        <p:nvPicPr>
          <p:cNvPr id="5" name="Picture 4" descr="Números de cotización bursátil en una pantalla digital">
            <a:extLst>
              <a:ext uri="{FF2B5EF4-FFF2-40B4-BE49-F238E27FC236}">
                <a16:creationId xmlns:a16="http://schemas.microsoft.com/office/drawing/2014/main" id="{026EEE6F-99E2-E20F-2872-D6CF22FCF3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898" r="23345" b="-2"/>
          <a:stretch/>
        </p:blipFill>
        <p:spPr>
          <a:xfrm>
            <a:off x="-1166" y="1731"/>
            <a:ext cx="350331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28643" y="2133600"/>
            <a:ext cx="3799814" cy="3777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endParaRPr lang="en-US" sz="15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2400">
                <a:solidFill>
                  <a:srgbClr val="323232"/>
                </a:solidFill>
              </a:defRPr>
            </a:pPr>
            <a:r>
              <a:rPr lang="en-US" sz="1500">
                <a:solidFill>
                  <a:schemeClr val="tx1">
                    <a:lumMod val="75000"/>
                    <a:lumOff val="25000"/>
                  </a:schemeClr>
                </a:solidFill>
              </a:rPr>
              <a:t>• El código se traduce a lenguaje máquina antes de ejecutarse.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2400">
                <a:solidFill>
                  <a:srgbClr val="323232"/>
                </a:solidFill>
              </a:defRPr>
            </a:pPr>
            <a:r>
              <a:rPr lang="en-US" sz="1500">
                <a:solidFill>
                  <a:schemeClr val="tx1">
                    <a:lumMod val="75000"/>
                    <a:lumOff val="25000"/>
                  </a:schemeClr>
                </a:solidFill>
              </a:rPr>
              <a:t>• Requiere un paso de compilación (ej: gcc, cl, etc.).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2400">
                <a:solidFill>
                  <a:srgbClr val="323232"/>
                </a:solidFill>
              </a:defRPr>
            </a:pPr>
            <a:r>
              <a:rPr lang="en-US" sz="1500">
                <a:solidFill>
                  <a:schemeClr val="tx1">
                    <a:lumMod val="75000"/>
                    <a:lumOff val="25000"/>
                  </a:schemeClr>
                </a:solidFill>
              </a:rPr>
              <a:t>• Más rápido en tiempo de ejecución.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2400">
                <a:solidFill>
                  <a:srgbClr val="323232"/>
                </a:solidFill>
              </a:defRPr>
            </a:pPr>
            <a:r>
              <a:rPr lang="en-US" sz="1500">
                <a:solidFill>
                  <a:schemeClr val="tx1">
                    <a:lumMod val="75000"/>
                    <a:lumOff val="25000"/>
                  </a:schemeClr>
                </a:solidFill>
              </a:rPr>
              <a:t>• Ejemplos: C++, C#, Java (semi-compilado).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8">
            <a:extLst>
              <a:ext uri="{FF2B5EF4-FFF2-40B4-BE49-F238E27FC236}">
                <a16:creationId xmlns:a16="http://schemas.microsoft.com/office/drawing/2014/main" id="{183CFBA6-CE65-403A-9402-96B75FC89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83" name="Freeform 11">
              <a:extLst>
                <a:ext uri="{FF2B5EF4-FFF2-40B4-BE49-F238E27FC236}">
                  <a16:creationId xmlns:a16="http://schemas.microsoft.com/office/drawing/2014/main" id="{59AF335C-09EE-4959-A2C9-B32F3C6C1D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84" name="Freeform 12">
              <a:extLst>
                <a:ext uri="{FF2B5EF4-FFF2-40B4-BE49-F238E27FC236}">
                  <a16:creationId xmlns:a16="http://schemas.microsoft.com/office/drawing/2014/main" id="{94CCE8C7-E8BB-47EB-BBC7-5E8948F89F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85" name="Freeform 13">
              <a:extLst>
                <a:ext uri="{FF2B5EF4-FFF2-40B4-BE49-F238E27FC236}">
                  <a16:creationId xmlns:a16="http://schemas.microsoft.com/office/drawing/2014/main" id="{2665878D-6479-49F4-BD1C-D1BE63CABA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86" name="Freeform 14">
              <a:extLst>
                <a:ext uri="{FF2B5EF4-FFF2-40B4-BE49-F238E27FC236}">
                  <a16:creationId xmlns:a16="http://schemas.microsoft.com/office/drawing/2014/main" id="{C6400AEB-4991-4E07-8599-C36A9E354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87" name="Freeform 15">
              <a:extLst>
                <a:ext uri="{FF2B5EF4-FFF2-40B4-BE49-F238E27FC236}">
                  <a16:creationId xmlns:a16="http://schemas.microsoft.com/office/drawing/2014/main" id="{0C2AEB7A-70D9-4DE7-B97A-0325DBC9F2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88" name="Freeform 16">
              <a:extLst>
                <a:ext uri="{FF2B5EF4-FFF2-40B4-BE49-F238E27FC236}">
                  <a16:creationId xmlns:a16="http://schemas.microsoft.com/office/drawing/2014/main" id="{FC03DDD2-9CC7-40B7-A632-50BF3E3F6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89" name="Freeform 17">
              <a:extLst>
                <a:ext uri="{FF2B5EF4-FFF2-40B4-BE49-F238E27FC236}">
                  <a16:creationId xmlns:a16="http://schemas.microsoft.com/office/drawing/2014/main" id="{7F0B3262-F0EC-44D3-AA37-9552D248C7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90" name="Freeform 18">
              <a:extLst>
                <a:ext uri="{FF2B5EF4-FFF2-40B4-BE49-F238E27FC236}">
                  <a16:creationId xmlns:a16="http://schemas.microsoft.com/office/drawing/2014/main" id="{1839BD80-9BF2-49B4-BB03-B5AAB359BF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91" name="Freeform 19">
              <a:extLst>
                <a:ext uri="{FF2B5EF4-FFF2-40B4-BE49-F238E27FC236}">
                  <a16:creationId xmlns:a16="http://schemas.microsoft.com/office/drawing/2014/main" id="{BDC00C45-9216-4702-A31A-391B1D89C4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92" name="Freeform 20">
              <a:extLst>
                <a:ext uri="{FF2B5EF4-FFF2-40B4-BE49-F238E27FC236}">
                  <a16:creationId xmlns:a16="http://schemas.microsoft.com/office/drawing/2014/main" id="{5FB0F70F-34B9-4938-B487-312A0BF0E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93" name="Freeform 21">
              <a:extLst>
                <a:ext uri="{FF2B5EF4-FFF2-40B4-BE49-F238E27FC236}">
                  <a16:creationId xmlns:a16="http://schemas.microsoft.com/office/drawing/2014/main" id="{791D1EE1-5A08-47A7-8D44-0940DEF5B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94" name="Freeform 22">
              <a:extLst>
                <a:ext uri="{FF2B5EF4-FFF2-40B4-BE49-F238E27FC236}">
                  <a16:creationId xmlns:a16="http://schemas.microsoft.com/office/drawing/2014/main" id="{E04F3404-E41A-43F9-AC45-52EB0874B4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</p:grpSp>
      <p:grpSp>
        <p:nvGrpSpPr>
          <p:cNvPr id="95" name="Group 22">
            <a:extLst>
              <a:ext uri="{FF2B5EF4-FFF2-40B4-BE49-F238E27FC236}">
                <a16:creationId xmlns:a16="http://schemas.microsoft.com/office/drawing/2014/main" id="{C1BC7BDB-967A-4559-AA14-041BCB872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</p:grpSpPr>
        <p:sp>
          <p:nvSpPr>
            <p:cNvPr id="96" name="Freeform 27">
              <a:extLst>
                <a:ext uri="{FF2B5EF4-FFF2-40B4-BE49-F238E27FC236}">
                  <a16:creationId xmlns:a16="http://schemas.microsoft.com/office/drawing/2014/main" id="{A39F46EA-3E4A-46CA-BCB8-CA695ED3F4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97" name="Freeform 28">
              <a:extLst>
                <a:ext uri="{FF2B5EF4-FFF2-40B4-BE49-F238E27FC236}">
                  <a16:creationId xmlns:a16="http://schemas.microsoft.com/office/drawing/2014/main" id="{491A4A32-7F8C-4CA7-9281-9761F03571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98" name="Freeform 29">
              <a:extLst>
                <a:ext uri="{FF2B5EF4-FFF2-40B4-BE49-F238E27FC236}">
                  <a16:creationId xmlns:a16="http://schemas.microsoft.com/office/drawing/2014/main" id="{46B02D76-3CD9-4DF5-A3AD-793E7204E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99" name="Freeform 30">
              <a:extLst>
                <a:ext uri="{FF2B5EF4-FFF2-40B4-BE49-F238E27FC236}">
                  <a16:creationId xmlns:a16="http://schemas.microsoft.com/office/drawing/2014/main" id="{E579A2FB-E98B-4144-9D52-3A72BD8D1B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00" name="Freeform 31">
              <a:extLst>
                <a:ext uri="{FF2B5EF4-FFF2-40B4-BE49-F238E27FC236}">
                  <a16:creationId xmlns:a16="http://schemas.microsoft.com/office/drawing/2014/main" id="{65E500DD-EB71-44B5-A2FA-88E996435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01" name="Freeform 32">
              <a:extLst>
                <a:ext uri="{FF2B5EF4-FFF2-40B4-BE49-F238E27FC236}">
                  <a16:creationId xmlns:a16="http://schemas.microsoft.com/office/drawing/2014/main" id="{04D6AAD6-45AE-454A-9206-8B90E8A26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02" name="Freeform 33">
              <a:extLst>
                <a:ext uri="{FF2B5EF4-FFF2-40B4-BE49-F238E27FC236}">
                  <a16:creationId xmlns:a16="http://schemas.microsoft.com/office/drawing/2014/main" id="{F7399B13-8510-45F6-98C4-0F14C0B37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03" name="Freeform 34">
              <a:extLst>
                <a:ext uri="{FF2B5EF4-FFF2-40B4-BE49-F238E27FC236}">
                  <a16:creationId xmlns:a16="http://schemas.microsoft.com/office/drawing/2014/main" id="{CA595445-6A38-4465-9A5D-9705388D93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04" name="Freeform 35">
              <a:extLst>
                <a:ext uri="{FF2B5EF4-FFF2-40B4-BE49-F238E27FC236}">
                  <a16:creationId xmlns:a16="http://schemas.microsoft.com/office/drawing/2014/main" id="{21D40BAF-4AE0-46F4-BD65-057F0DC66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05" name="Freeform 36">
              <a:extLst>
                <a:ext uri="{FF2B5EF4-FFF2-40B4-BE49-F238E27FC236}">
                  <a16:creationId xmlns:a16="http://schemas.microsoft.com/office/drawing/2014/main" id="{B17F2D73-16DF-4138-B72D-E5B204717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06" name="Freeform 37">
              <a:extLst>
                <a:ext uri="{FF2B5EF4-FFF2-40B4-BE49-F238E27FC236}">
                  <a16:creationId xmlns:a16="http://schemas.microsoft.com/office/drawing/2014/main" id="{DB8ABBC2-6C0C-4F6E-97EB-55B3B7B2F3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07" name="Freeform 38">
              <a:extLst>
                <a:ext uri="{FF2B5EF4-FFF2-40B4-BE49-F238E27FC236}">
                  <a16:creationId xmlns:a16="http://schemas.microsoft.com/office/drawing/2014/main" id="{7A49885E-6B05-41B6-B47F-9D24456F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108" name="Rectangle 36">
            <a:extLst>
              <a:ext uri="{FF2B5EF4-FFF2-40B4-BE49-F238E27FC236}">
                <a16:creationId xmlns:a16="http://schemas.microsoft.com/office/drawing/2014/main" id="{BDADA868-08FE-425A-AEF9-B622F9373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109" name="Freeform 11">
            <a:extLst>
              <a:ext uri="{FF2B5EF4-FFF2-40B4-BE49-F238E27FC236}">
                <a16:creationId xmlns:a16="http://schemas.microsoft.com/office/drawing/2014/main" id="{4AE17B7F-6C2F-42A9-946F-8FF49617D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110" name="Rectangle 40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3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944919" y="3101093"/>
            <a:ext cx="1840539" cy="30293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endParaRPr lang="en-US" sz="280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0066CC"/>
                </a:solidFill>
              </a:defRPr>
            </a:pPr>
            <a:r>
              <a:rPr lang="en-US" sz="28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⚙️ ¿Qué es un lenguaje interpretado?</a:t>
            </a:r>
          </a:p>
        </p:txBody>
      </p:sp>
      <p:sp>
        <p:nvSpPr>
          <p:cNvPr id="111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179901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AR"/>
          </a:p>
        </p:txBody>
      </p:sp>
      <p:sp useBgFill="1">
        <p:nvSpPr>
          <p:cNvPr id="112" name="Rectangle 44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6802" y="0"/>
            <a:ext cx="55471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3" name="TextBox 2">
            <a:extLst>
              <a:ext uri="{FF2B5EF4-FFF2-40B4-BE49-F238E27FC236}">
                <a16:creationId xmlns:a16="http://schemas.microsoft.com/office/drawing/2014/main" id="{263E44B9-A537-5BC7-905B-181C5BE326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563132"/>
              </p:ext>
            </p:extLst>
          </p:nvPr>
        </p:nvGraphicFramePr>
        <p:xfrm>
          <a:off x="3534858" y="641551"/>
          <a:ext cx="5124159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83CFBA6-CE65-403A-9402-96B75FC89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59AF335C-09EE-4959-A2C9-B32F3C6C1D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94CCE8C7-E8BB-47EB-BBC7-5E8948F89F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2665878D-6479-49F4-BD1C-D1BE63CABA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C6400AEB-4991-4E07-8599-C36A9E354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0C2AEB7A-70D9-4DE7-B97A-0325DBC9F2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FC03DDD2-9CC7-40B7-A632-50BF3E3F6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7F0B3262-F0EC-44D3-AA37-9552D248C7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1839BD80-9BF2-49B4-BB03-B5AAB359BF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BDC00C45-9216-4702-A31A-391B1D89C4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5FB0F70F-34B9-4938-B487-312A0BF0E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791D1EE1-5A08-47A7-8D44-0940DEF5B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E04F3404-E41A-43F9-AC45-52EB0874B4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1BC7BDB-967A-4559-AA14-041BCB872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</p:grpSpPr>
        <p:sp>
          <p:nvSpPr>
            <p:cNvPr id="24" name="Freeform 27">
              <a:extLst>
                <a:ext uri="{FF2B5EF4-FFF2-40B4-BE49-F238E27FC236}">
                  <a16:creationId xmlns:a16="http://schemas.microsoft.com/office/drawing/2014/main" id="{A39F46EA-3E4A-46CA-BCB8-CA695ED3F4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491A4A32-7F8C-4CA7-9281-9761F03571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6" name="Freeform 29">
              <a:extLst>
                <a:ext uri="{FF2B5EF4-FFF2-40B4-BE49-F238E27FC236}">
                  <a16:creationId xmlns:a16="http://schemas.microsoft.com/office/drawing/2014/main" id="{46B02D76-3CD9-4DF5-A3AD-793E7204E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E579A2FB-E98B-4144-9D52-3A72BD8D1B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8" name="Freeform 31">
              <a:extLst>
                <a:ext uri="{FF2B5EF4-FFF2-40B4-BE49-F238E27FC236}">
                  <a16:creationId xmlns:a16="http://schemas.microsoft.com/office/drawing/2014/main" id="{65E500DD-EB71-44B5-A2FA-88E996435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9" name="Freeform 32">
              <a:extLst>
                <a:ext uri="{FF2B5EF4-FFF2-40B4-BE49-F238E27FC236}">
                  <a16:creationId xmlns:a16="http://schemas.microsoft.com/office/drawing/2014/main" id="{04D6AAD6-45AE-454A-9206-8B90E8A26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0" name="Freeform 33">
              <a:extLst>
                <a:ext uri="{FF2B5EF4-FFF2-40B4-BE49-F238E27FC236}">
                  <a16:creationId xmlns:a16="http://schemas.microsoft.com/office/drawing/2014/main" id="{F7399B13-8510-45F6-98C4-0F14C0B37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1" name="Freeform 34">
              <a:extLst>
                <a:ext uri="{FF2B5EF4-FFF2-40B4-BE49-F238E27FC236}">
                  <a16:creationId xmlns:a16="http://schemas.microsoft.com/office/drawing/2014/main" id="{CA595445-6A38-4465-9A5D-9705388D93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21D40BAF-4AE0-46F4-BD65-057F0DC66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B17F2D73-16DF-4138-B72D-E5B204717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4" name="Freeform 37">
              <a:extLst>
                <a:ext uri="{FF2B5EF4-FFF2-40B4-BE49-F238E27FC236}">
                  <a16:creationId xmlns:a16="http://schemas.microsoft.com/office/drawing/2014/main" id="{DB8ABBC2-6C0C-4F6E-97EB-55B3B7B2F3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5" name="Freeform 38">
              <a:extLst>
                <a:ext uri="{FF2B5EF4-FFF2-40B4-BE49-F238E27FC236}">
                  <a16:creationId xmlns:a16="http://schemas.microsoft.com/office/drawing/2014/main" id="{7A49885E-6B05-41B6-B47F-9D24456F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BDADA868-08FE-425A-AEF9-B622F9373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39" name="Freeform 11">
            <a:extLst>
              <a:ext uri="{FF2B5EF4-FFF2-40B4-BE49-F238E27FC236}">
                <a16:creationId xmlns:a16="http://schemas.microsoft.com/office/drawing/2014/main" id="{4AE17B7F-6C2F-42A9-946F-8FF49617D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3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944919" y="3101093"/>
            <a:ext cx="1840539" cy="30293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endParaRPr lang="en-US" sz="280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0066CC"/>
                </a:solidFill>
              </a:defRPr>
            </a:pPr>
            <a:r>
              <a:rPr lang="en-US" sz="28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🎯 Compilados vs Interpretados</a:t>
            </a:r>
          </a:p>
        </p:txBody>
      </p:sp>
      <p:sp>
        <p:nvSpPr>
          <p:cNvPr id="43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179901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AR"/>
          </a:p>
        </p:txBody>
      </p: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6802" y="0"/>
            <a:ext cx="55471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47008375-B50A-7461-7E9E-D487BFBCD0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7035874"/>
              </p:ext>
            </p:extLst>
          </p:nvPr>
        </p:nvGraphicFramePr>
        <p:xfrm>
          <a:off x="3534858" y="641551"/>
          <a:ext cx="5124159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400" b="1">
                <a:solidFill>
                  <a:srgbClr val="0066CC"/>
                </a:solidFill>
              </a:defRPr>
            </a:pPr>
            <a:r>
              <a:t>📌 Ejemplo: C++ (compilado)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682966" cy="25853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400">
                <a:solidFill>
                  <a:srgbClr val="323232"/>
                </a:solidFill>
              </a:defRPr>
            </a:pPr>
            <a:r>
              <a:rPr dirty="0"/>
              <a:t>#include &lt;iostream&gt;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rPr dirty="0"/>
              <a:t>int main() </a:t>
            </a:r>
            <a:endParaRPr lang="es-AR" dirty="0"/>
          </a:p>
          <a:p>
            <a:pPr>
              <a:defRPr sz="2400">
                <a:solidFill>
                  <a:srgbClr val="323232"/>
                </a:solidFill>
              </a:defRPr>
            </a:pPr>
            <a:r>
              <a:rPr dirty="0"/>
              <a:t>{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rPr dirty="0"/>
              <a:t>    std::</a:t>
            </a:r>
            <a:r>
              <a:rPr dirty="0" err="1"/>
              <a:t>cout</a:t>
            </a:r>
            <a:r>
              <a:rPr dirty="0"/>
              <a:t> &lt;&lt; "¡Hola </a:t>
            </a:r>
            <a:r>
              <a:rPr dirty="0" err="1"/>
              <a:t>jugador</a:t>
            </a:r>
            <a:r>
              <a:rPr dirty="0"/>
              <a:t>!" &lt;&lt; std::</a:t>
            </a:r>
            <a:r>
              <a:rPr dirty="0" err="1"/>
              <a:t>endl</a:t>
            </a:r>
            <a:r>
              <a:rPr dirty="0"/>
              <a:t>;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rPr dirty="0"/>
              <a:t>    return 0;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398C59F-5A18-487B-91D6-B955AACF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0557FAFE-C7C3-47EC-A4F5-9B2166319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95BC28FB-3882-4674-9D79-EA58BEB7C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9C6EC892-83F9-402F-8552-0AD7C0556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18387766-037C-4EF0-8471-D19CBF2A4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1E364F38-6F3A-476A-93E6-962EA817C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35C335A4-1E67-4293-8BE2-DFB085D4F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9A8A0F10-2C98-4297-9F92-5D9553392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C3B112A3-006E-4008-A778-DB5F6A09D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E5E62767-5C25-4C49-9568-432433A3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598EC006-77B1-42BA-B815-66CCB9B170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A144ED09-DA06-491D-95A8-AB3DED432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1CB00BD2-11CD-4A38-8F38-02B0D1105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20234FB-542E-4550-9C2F-1B56FD41A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</p:grpSpPr>
        <p:sp>
          <p:nvSpPr>
            <p:cNvPr id="24" name="Freeform 27">
              <a:extLst>
                <a:ext uri="{FF2B5EF4-FFF2-40B4-BE49-F238E27FC236}">
                  <a16:creationId xmlns:a16="http://schemas.microsoft.com/office/drawing/2014/main" id="{41FCE1F3-DEB3-47CD-90FF-7DABB4AF4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5708E488-C19B-452C-B197-6F1C34F6E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6" name="Freeform 29">
              <a:extLst>
                <a:ext uri="{FF2B5EF4-FFF2-40B4-BE49-F238E27FC236}">
                  <a16:creationId xmlns:a16="http://schemas.microsoft.com/office/drawing/2014/main" id="{89D3FD25-890E-4981-A71D-EE796873D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51B5414C-556A-47CB-8EE2-974A85A7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8" name="Freeform 31">
              <a:extLst>
                <a:ext uri="{FF2B5EF4-FFF2-40B4-BE49-F238E27FC236}">
                  <a16:creationId xmlns:a16="http://schemas.microsoft.com/office/drawing/2014/main" id="{1C02B20C-2B27-4B75-8AEE-A5D2E2674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9" name="Freeform 32">
              <a:extLst>
                <a:ext uri="{FF2B5EF4-FFF2-40B4-BE49-F238E27FC236}">
                  <a16:creationId xmlns:a16="http://schemas.microsoft.com/office/drawing/2014/main" id="{54427714-F9AA-4F93-BD1D-400F1EA93F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0" name="Freeform 33">
              <a:extLst>
                <a:ext uri="{FF2B5EF4-FFF2-40B4-BE49-F238E27FC236}">
                  <a16:creationId xmlns:a16="http://schemas.microsoft.com/office/drawing/2014/main" id="{28A77D6A-9E81-497F-ABCC-2695BB5AD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1" name="Freeform 34">
              <a:extLst>
                <a:ext uri="{FF2B5EF4-FFF2-40B4-BE49-F238E27FC236}">
                  <a16:creationId xmlns:a16="http://schemas.microsoft.com/office/drawing/2014/main" id="{2A1533BA-1478-4F7C-8E24-3F3E90505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39686201-E633-40FD-A80A-1E28AD52E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76A215C2-F590-4938-810B-F8A79366C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4" name="Freeform 37">
              <a:extLst>
                <a:ext uri="{FF2B5EF4-FFF2-40B4-BE49-F238E27FC236}">
                  <a16:creationId xmlns:a16="http://schemas.microsoft.com/office/drawing/2014/main" id="{85F418E7-330D-4002-8EC8-33C1A897F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5" name="Freeform 38">
              <a:extLst>
                <a:ext uri="{FF2B5EF4-FFF2-40B4-BE49-F238E27FC236}">
                  <a16:creationId xmlns:a16="http://schemas.microsoft.com/office/drawing/2014/main" id="{8FFE669A-54C9-4436-9566-C5A90F16D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DE91395A-2D18-4AF6-A0AC-AAA7189FE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39" name="Freeform 11">
            <a:extLst>
              <a:ext uri="{FF2B5EF4-FFF2-40B4-BE49-F238E27FC236}">
                <a16:creationId xmlns:a16="http://schemas.microsoft.com/office/drawing/2014/main" id="{A57352BE-A213-4040-BE8E-D4A925AD9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AR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1A44C337-3893-4B29-A265-B1329150B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715" y="-1"/>
            <a:ext cx="915543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1E0B358-1267-4844-8B3D-B7A279B41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27110" y="228600"/>
            <a:ext cx="2138628" cy="6638625"/>
            <a:chOff x="2487613" y="285750"/>
            <a:chExt cx="2428875" cy="5654676"/>
          </a:xfrm>
        </p:grpSpPr>
        <p:sp>
          <p:nvSpPr>
            <p:cNvPr id="44" name="Freeform 11">
              <a:extLst>
                <a:ext uri="{FF2B5EF4-FFF2-40B4-BE49-F238E27FC236}">
                  <a16:creationId xmlns:a16="http://schemas.microsoft.com/office/drawing/2014/main" id="{B24AA06A-F1A5-4BB3-9486-9AE7A53B3F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5" name="Freeform 12">
              <a:extLst>
                <a:ext uri="{FF2B5EF4-FFF2-40B4-BE49-F238E27FC236}">
                  <a16:creationId xmlns:a16="http://schemas.microsoft.com/office/drawing/2014/main" id="{BDF97590-C600-44CB-9303-4A3679F516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6" name="Freeform 13">
              <a:extLst>
                <a:ext uri="{FF2B5EF4-FFF2-40B4-BE49-F238E27FC236}">
                  <a16:creationId xmlns:a16="http://schemas.microsoft.com/office/drawing/2014/main" id="{A9BBE156-3FFA-4DC4-8468-35BD28DDC6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7" name="Freeform 14">
              <a:extLst>
                <a:ext uri="{FF2B5EF4-FFF2-40B4-BE49-F238E27FC236}">
                  <a16:creationId xmlns:a16="http://schemas.microsoft.com/office/drawing/2014/main" id="{F7960DE5-3810-4B1E-B1E2-3BAFEA91ED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8" name="Freeform 15">
              <a:extLst>
                <a:ext uri="{FF2B5EF4-FFF2-40B4-BE49-F238E27FC236}">
                  <a16:creationId xmlns:a16="http://schemas.microsoft.com/office/drawing/2014/main" id="{359E957C-CE11-446F-8AA7-B3E98390B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9" name="Freeform 16">
              <a:extLst>
                <a:ext uri="{FF2B5EF4-FFF2-40B4-BE49-F238E27FC236}">
                  <a16:creationId xmlns:a16="http://schemas.microsoft.com/office/drawing/2014/main" id="{A3E9FE34-CA9E-4443-BEBF-D1B9A1C6C2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50" name="Freeform 17">
              <a:extLst>
                <a:ext uri="{FF2B5EF4-FFF2-40B4-BE49-F238E27FC236}">
                  <a16:creationId xmlns:a16="http://schemas.microsoft.com/office/drawing/2014/main" id="{4F39D814-8A48-4509-BDEB-826F1065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51" name="Freeform 18">
              <a:extLst>
                <a:ext uri="{FF2B5EF4-FFF2-40B4-BE49-F238E27FC236}">
                  <a16:creationId xmlns:a16="http://schemas.microsoft.com/office/drawing/2014/main" id="{8C6D08C0-8C49-4B87-9CF4-A1F08714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52" name="Freeform 19">
              <a:extLst>
                <a:ext uri="{FF2B5EF4-FFF2-40B4-BE49-F238E27FC236}">
                  <a16:creationId xmlns:a16="http://schemas.microsoft.com/office/drawing/2014/main" id="{308C612B-4C0D-4863-B9CD-F86ABAA1B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53" name="Freeform 20">
              <a:extLst>
                <a:ext uri="{FF2B5EF4-FFF2-40B4-BE49-F238E27FC236}">
                  <a16:creationId xmlns:a16="http://schemas.microsoft.com/office/drawing/2014/main" id="{600B1EC8-1B55-4390-A183-C33B5E227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54" name="Freeform 21">
              <a:extLst>
                <a:ext uri="{FF2B5EF4-FFF2-40B4-BE49-F238E27FC236}">
                  <a16:creationId xmlns:a16="http://schemas.microsoft.com/office/drawing/2014/main" id="{1790A225-91E1-4BE5-A801-5F1E32721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55" name="Freeform 22">
              <a:extLst>
                <a:ext uri="{FF2B5EF4-FFF2-40B4-BE49-F238E27FC236}">
                  <a16:creationId xmlns:a16="http://schemas.microsoft.com/office/drawing/2014/main" id="{DFFC46A2-6BBF-47FD-BC17-5EE1DF7CB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F44CA9C-80E8-44E1-A79C-D6EBFC73B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07832" y="-786"/>
            <a:ext cx="1767505" cy="6854040"/>
            <a:chOff x="6627813" y="194833"/>
            <a:chExt cx="1952625" cy="5678918"/>
          </a:xfrm>
        </p:grpSpPr>
        <p:sp>
          <p:nvSpPr>
            <p:cNvPr id="58" name="Freeform 27">
              <a:extLst>
                <a:ext uri="{FF2B5EF4-FFF2-40B4-BE49-F238E27FC236}">
                  <a16:creationId xmlns:a16="http://schemas.microsoft.com/office/drawing/2014/main" id="{8CB9417F-98D9-4998-B00B-A5932E4C7D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59" name="Freeform 28">
              <a:extLst>
                <a:ext uri="{FF2B5EF4-FFF2-40B4-BE49-F238E27FC236}">
                  <a16:creationId xmlns:a16="http://schemas.microsoft.com/office/drawing/2014/main" id="{FA79AA3D-583E-4A1E-AF7E-CBD980F596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60" name="Freeform 29">
              <a:extLst>
                <a:ext uri="{FF2B5EF4-FFF2-40B4-BE49-F238E27FC236}">
                  <a16:creationId xmlns:a16="http://schemas.microsoft.com/office/drawing/2014/main" id="{D80C9F17-A6B2-4A12-BC77-F84264A669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61" name="Freeform 30">
              <a:extLst>
                <a:ext uri="{FF2B5EF4-FFF2-40B4-BE49-F238E27FC236}">
                  <a16:creationId xmlns:a16="http://schemas.microsoft.com/office/drawing/2014/main" id="{949C9A53-ED97-44CE-BDD5-ED24892116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62" name="Freeform 31">
              <a:extLst>
                <a:ext uri="{FF2B5EF4-FFF2-40B4-BE49-F238E27FC236}">
                  <a16:creationId xmlns:a16="http://schemas.microsoft.com/office/drawing/2014/main" id="{0F9FDAE7-225B-4072-8907-6EAA06174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63" name="Freeform 32">
              <a:extLst>
                <a:ext uri="{FF2B5EF4-FFF2-40B4-BE49-F238E27FC236}">
                  <a16:creationId xmlns:a16="http://schemas.microsoft.com/office/drawing/2014/main" id="{9D49818B-8EA3-4B41-9783-EFE0C618C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64" name="Freeform 33">
              <a:extLst>
                <a:ext uri="{FF2B5EF4-FFF2-40B4-BE49-F238E27FC236}">
                  <a16:creationId xmlns:a16="http://schemas.microsoft.com/office/drawing/2014/main" id="{01903E65-D822-4457-B0A5-2F41682241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65" name="Freeform 34">
              <a:extLst>
                <a:ext uri="{FF2B5EF4-FFF2-40B4-BE49-F238E27FC236}">
                  <a16:creationId xmlns:a16="http://schemas.microsoft.com/office/drawing/2014/main" id="{A5CF9DAB-75BF-43D9-B1E7-817D1FAA00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66" name="Freeform 35">
              <a:extLst>
                <a:ext uri="{FF2B5EF4-FFF2-40B4-BE49-F238E27FC236}">
                  <a16:creationId xmlns:a16="http://schemas.microsoft.com/office/drawing/2014/main" id="{BB22916D-4BCF-4A4C-8714-A2564D34C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67" name="Freeform 36">
              <a:extLst>
                <a:ext uri="{FF2B5EF4-FFF2-40B4-BE49-F238E27FC236}">
                  <a16:creationId xmlns:a16="http://schemas.microsoft.com/office/drawing/2014/main" id="{4CD9F734-569E-44E7-BD53-6214E0F18C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68" name="Freeform 37">
              <a:extLst>
                <a:ext uri="{FF2B5EF4-FFF2-40B4-BE49-F238E27FC236}">
                  <a16:creationId xmlns:a16="http://schemas.microsoft.com/office/drawing/2014/main" id="{7A5DAACB-2F42-40C8-BF6A-75B79299F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69" name="Freeform 38">
              <a:extLst>
                <a:ext uri="{FF2B5EF4-FFF2-40B4-BE49-F238E27FC236}">
                  <a16:creationId xmlns:a16="http://schemas.microsoft.com/office/drawing/2014/main" id="{AD78E0F9-8568-4672-A22F-4ED5B1A96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4862322" y="624110"/>
            <a:ext cx="376613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50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0066CC"/>
                </a:solidFill>
              </a:defRPr>
            </a:pPr>
            <a:r>
              <a:rPr lang="en-US" sz="25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📌 Ejemplo: Python (interpretado)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A5CD610-ED7C-4CED-A9A1-174432C88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4278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73" name="Freeform 11">
            <a:extLst>
              <a:ext uri="{FF2B5EF4-FFF2-40B4-BE49-F238E27FC236}">
                <a16:creationId xmlns:a16="http://schemas.microsoft.com/office/drawing/2014/main" id="{0C4379BF-8C7A-480A-BC36-DA55D92A9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3484278" y="714375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AR"/>
          </a:p>
        </p:txBody>
      </p:sp>
      <p:pic>
        <p:nvPicPr>
          <p:cNvPr id="5" name="Picture 4" descr="Pitón amarilla">
            <a:extLst>
              <a:ext uri="{FF2B5EF4-FFF2-40B4-BE49-F238E27FC236}">
                <a16:creationId xmlns:a16="http://schemas.microsoft.com/office/drawing/2014/main" id="{D57E6D95-086F-A439-95EE-CE1A8AB25B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956" r="37690" b="-2"/>
          <a:stretch/>
        </p:blipFill>
        <p:spPr>
          <a:xfrm>
            <a:off x="-1166" y="1731"/>
            <a:ext cx="350331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28643" y="2133600"/>
            <a:ext cx="3799814" cy="3777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2400">
                <a:solidFill>
                  <a:srgbClr val="323232"/>
                </a:solidFill>
              </a:defRPr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print("¡Hola jugador!")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400" b="1">
                <a:solidFill>
                  <a:srgbClr val="0066CC"/>
                </a:solidFill>
              </a:defRPr>
            </a:pPr>
            <a:r>
              <a:t>📌 Ejemplo: C# en 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820550" cy="33239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400">
                <a:solidFill>
                  <a:srgbClr val="323232"/>
                </a:solidFill>
              </a:defRPr>
            </a:pPr>
            <a:r>
              <a:rPr dirty="0"/>
              <a:t>using </a:t>
            </a:r>
            <a:r>
              <a:rPr dirty="0" err="1"/>
              <a:t>UnityEngine</a:t>
            </a:r>
            <a:r>
              <a:rPr dirty="0"/>
              <a:t>;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rPr dirty="0"/>
              <a:t>public class Saludo : </a:t>
            </a:r>
            <a:r>
              <a:rPr dirty="0" err="1"/>
              <a:t>MonoBehaviour</a:t>
            </a:r>
            <a:r>
              <a:rPr dirty="0"/>
              <a:t> </a:t>
            </a:r>
            <a:endParaRPr lang="es-AR" dirty="0"/>
          </a:p>
          <a:p>
            <a:pPr>
              <a:defRPr sz="2400">
                <a:solidFill>
                  <a:srgbClr val="323232"/>
                </a:solidFill>
              </a:defRPr>
            </a:pPr>
            <a:r>
              <a:rPr dirty="0"/>
              <a:t>{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rPr dirty="0"/>
              <a:t>    void Start() </a:t>
            </a:r>
            <a:endParaRPr lang="es-AR" dirty="0"/>
          </a:p>
          <a:p>
            <a:pPr>
              <a:defRPr sz="2400">
                <a:solidFill>
                  <a:srgbClr val="323232"/>
                </a:solidFill>
              </a:defRPr>
            </a:pPr>
            <a:r>
              <a:rPr lang="es-AR" dirty="0"/>
              <a:t>    </a:t>
            </a:r>
            <a:r>
              <a:rPr dirty="0"/>
              <a:t>{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rPr dirty="0"/>
              <a:t>        </a:t>
            </a:r>
            <a:r>
              <a:rPr dirty="0" err="1"/>
              <a:t>Debug.Log</a:t>
            </a:r>
            <a:r>
              <a:rPr dirty="0"/>
              <a:t>("¡Hola </a:t>
            </a:r>
            <a:r>
              <a:rPr dirty="0" err="1"/>
              <a:t>jugador</a:t>
            </a:r>
            <a:r>
              <a:rPr dirty="0"/>
              <a:t>!");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rPr dirty="0"/>
              <a:t>    }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398C59F-5A18-487B-91D6-B955AACF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0557FAFE-C7C3-47EC-A4F5-9B2166319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95BC28FB-3882-4674-9D79-EA58BEB7C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9C6EC892-83F9-402F-8552-0AD7C0556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18387766-037C-4EF0-8471-D19CBF2A4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1E364F38-6F3A-476A-93E6-962EA817C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35C335A4-1E67-4293-8BE2-DFB085D4F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9A8A0F10-2C98-4297-9F92-5D9553392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C3B112A3-006E-4008-A778-DB5F6A09D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E5E62767-5C25-4C49-9568-432433A3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598EC006-77B1-42BA-B815-66CCB9B170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A144ED09-DA06-491D-95A8-AB3DED432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1CB00BD2-11CD-4A38-8F38-02B0D1105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20234FB-542E-4550-9C2F-1B56FD41A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</p:grpSpPr>
        <p:sp>
          <p:nvSpPr>
            <p:cNvPr id="24" name="Freeform 27">
              <a:extLst>
                <a:ext uri="{FF2B5EF4-FFF2-40B4-BE49-F238E27FC236}">
                  <a16:creationId xmlns:a16="http://schemas.microsoft.com/office/drawing/2014/main" id="{41FCE1F3-DEB3-47CD-90FF-7DABB4AF4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5708E488-C19B-452C-B197-6F1C34F6E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6" name="Freeform 29">
              <a:extLst>
                <a:ext uri="{FF2B5EF4-FFF2-40B4-BE49-F238E27FC236}">
                  <a16:creationId xmlns:a16="http://schemas.microsoft.com/office/drawing/2014/main" id="{89D3FD25-890E-4981-A71D-EE796873D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51B5414C-556A-47CB-8EE2-974A85A7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8" name="Freeform 31">
              <a:extLst>
                <a:ext uri="{FF2B5EF4-FFF2-40B4-BE49-F238E27FC236}">
                  <a16:creationId xmlns:a16="http://schemas.microsoft.com/office/drawing/2014/main" id="{1C02B20C-2B27-4B75-8AEE-A5D2E2674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9" name="Freeform 32">
              <a:extLst>
                <a:ext uri="{FF2B5EF4-FFF2-40B4-BE49-F238E27FC236}">
                  <a16:creationId xmlns:a16="http://schemas.microsoft.com/office/drawing/2014/main" id="{54427714-F9AA-4F93-BD1D-400F1EA93F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0" name="Freeform 33">
              <a:extLst>
                <a:ext uri="{FF2B5EF4-FFF2-40B4-BE49-F238E27FC236}">
                  <a16:creationId xmlns:a16="http://schemas.microsoft.com/office/drawing/2014/main" id="{28A77D6A-9E81-497F-ABCC-2695BB5AD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1" name="Freeform 34">
              <a:extLst>
                <a:ext uri="{FF2B5EF4-FFF2-40B4-BE49-F238E27FC236}">
                  <a16:creationId xmlns:a16="http://schemas.microsoft.com/office/drawing/2014/main" id="{2A1533BA-1478-4F7C-8E24-3F3E90505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39686201-E633-40FD-A80A-1E28AD52E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76A215C2-F590-4938-810B-F8A79366C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4" name="Freeform 37">
              <a:extLst>
                <a:ext uri="{FF2B5EF4-FFF2-40B4-BE49-F238E27FC236}">
                  <a16:creationId xmlns:a16="http://schemas.microsoft.com/office/drawing/2014/main" id="{85F418E7-330D-4002-8EC8-33C1A897F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5" name="Freeform 38">
              <a:extLst>
                <a:ext uri="{FF2B5EF4-FFF2-40B4-BE49-F238E27FC236}">
                  <a16:creationId xmlns:a16="http://schemas.microsoft.com/office/drawing/2014/main" id="{8FFE669A-54C9-4436-9566-C5A90F16D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DE91395A-2D18-4AF6-A0AC-AAA7189FE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39" name="Freeform 11">
            <a:extLst>
              <a:ext uri="{FF2B5EF4-FFF2-40B4-BE49-F238E27FC236}">
                <a16:creationId xmlns:a16="http://schemas.microsoft.com/office/drawing/2014/main" id="{A57352BE-A213-4040-BE8E-D4A925AD9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AR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1A44C337-3893-4B29-A265-B1329150B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715" y="-1"/>
            <a:ext cx="915543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1E0B358-1267-4844-8B3D-B7A279B41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27110" y="228600"/>
            <a:ext cx="2138628" cy="6638625"/>
            <a:chOff x="2487613" y="285750"/>
            <a:chExt cx="2428875" cy="5654676"/>
          </a:xfrm>
        </p:grpSpPr>
        <p:sp>
          <p:nvSpPr>
            <p:cNvPr id="44" name="Freeform 11">
              <a:extLst>
                <a:ext uri="{FF2B5EF4-FFF2-40B4-BE49-F238E27FC236}">
                  <a16:creationId xmlns:a16="http://schemas.microsoft.com/office/drawing/2014/main" id="{B24AA06A-F1A5-4BB3-9486-9AE7A53B3F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5" name="Freeform 12">
              <a:extLst>
                <a:ext uri="{FF2B5EF4-FFF2-40B4-BE49-F238E27FC236}">
                  <a16:creationId xmlns:a16="http://schemas.microsoft.com/office/drawing/2014/main" id="{BDF97590-C600-44CB-9303-4A3679F516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6" name="Freeform 13">
              <a:extLst>
                <a:ext uri="{FF2B5EF4-FFF2-40B4-BE49-F238E27FC236}">
                  <a16:creationId xmlns:a16="http://schemas.microsoft.com/office/drawing/2014/main" id="{A9BBE156-3FFA-4DC4-8468-35BD28DDC6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7" name="Freeform 14">
              <a:extLst>
                <a:ext uri="{FF2B5EF4-FFF2-40B4-BE49-F238E27FC236}">
                  <a16:creationId xmlns:a16="http://schemas.microsoft.com/office/drawing/2014/main" id="{F7960DE5-3810-4B1E-B1E2-3BAFEA91ED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8" name="Freeform 15">
              <a:extLst>
                <a:ext uri="{FF2B5EF4-FFF2-40B4-BE49-F238E27FC236}">
                  <a16:creationId xmlns:a16="http://schemas.microsoft.com/office/drawing/2014/main" id="{359E957C-CE11-446F-8AA7-B3E98390B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9" name="Freeform 16">
              <a:extLst>
                <a:ext uri="{FF2B5EF4-FFF2-40B4-BE49-F238E27FC236}">
                  <a16:creationId xmlns:a16="http://schemas.microsoft.com/office/drawing/2014/main" id="{A3E9FE34-CA9E-4443-BEBF-D1B9A1C6C2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50" name="Freeform 17">
              <a:extLst>
                <a:ext uri="{FF2B5EF4-FFF2-40B4-BE49-F238E27FC236}">
                  <a16:creationId xmlns:a16="http://schemas.microsoft.com/office/drawing/2014/main" id="{4F39D814-8A48-4509-BDEB-826F1065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51" name="Freeform 18">
              <a:extLst>
                <a:ext uri="{FF2B5EF4-FFF2-40B4-BE49-F238E27FC236}">
                  <a16:creationId xmlns:a16="http://schemas.microsoft.com/office/drawing/2014/main" id="{8C6D08C0-8C49-4B87-9CF4-A1F08714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52" name="Freeform 19">
              <a:extLst>
                <a:ext uri="{FF2B5EF4-FFF2-40B4-BE49-F238E27FC236}">
                  <a16:creationId xmlns:a16="http://schemas.microsoft.com/office/drawing/2014/main" id="{308C612B-4C0D-4863-B9CD-F86ABAA1B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53" name="Freeform 20">
              <a:extLst>
                <a:ext uri="{FF2B5EF4-FFF2-40B4-BE49-F238E27FC236}">
                  <a16:creationId xmlns:a16="http://schemas.microsoft.com/office/drawing/2014/main" id="{600B1EC8-1B55-4390-A183-C33B5E227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54" name="Freeform 21">
              <a:extLst>
                <a:ext uri="{FF2B5EF4-FFF2-40B4-BE49-F238E27FC236}">
                  <a16:creationId xmlns:a16="http://schemas.microsoft.com/office/drawing/2014/main" id="{1790A225-91E1-4BE5-A801-5F1E32721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55" name="Freeform 22">
              <a:extLst>
                <a:ext uri="{FF2B5EF4-FFF2-40B4-BE49-F238E27FC236}">
                  <a16:creationId xmlns:a16="http://schemas.microsoft.com/office/drawing/2014/main" id="{DFFC46A2-6BBF-47FD-BC17-5EE1DF7CB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F44CA9C-80E8-44E1-A79C-D6EBFC73B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07832" y="-786"/>
            <a:ext cx="1767505" cy="6854040"/>
            <a:chOff x="6627813" y="194833"/>
            <a:chExt cx="1952625" cy="5678918"/>
          </a:xfrm>
        </p:grpSpPr>
        <p:sp>
          <p:nvSpPr>
            <p:cNvPr id="58" name="Freeform 27">
              <a:extLst>
                <a:ext uri="{FF2B5EF4-FFF2-40B4-BE49-F238E27FC236}">
                  <a16:creationId xmlns:a16="http://schemas.microsoft.com/office/drawing/2014/main" id="{8CB9417F-98D9-4998-B00B-A5932E4C7D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59" name="Freeform 28">
              <a:extLst>
                <a:ext uri="{FF2B5EF4-FFF2-40B4-BE49-F238E27FC236}">
                  <a16:creationId xmlns:a16="http://schemas.microsoft.com/office/drawing/2014/main" id="{FA79AA3D-583E-4A1E-AF7E-CBD980F596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60" name="Freeform 29">
              <a:extLst>
                <a:ext uri="{FF2B5EF4-FFF2-40B4-BE49-F238E27FC236}">
                  <a16:creationId xmlns:a16="http://schemas.microsoft.com/office/drawing/2014/main" id="{D80C9F17-A6B2-4A12-BC77-F84264A669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61" name="Freeform 30">
              <a:extLst>
                <a:ext uri="{FF2B5EF4-FFF2-40B4-BE49-F238E27FC236}">
                  <a16:creationId xmlns:a16="http://schemas.microsoft.com/office/drawing/2014/main" id="{949C9A53-ED97-44CE-BDD5-ED24892116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62" name="Freeform 31">
              <a:extLst>
                <a:ext uri="{FF2B5EF4-FFF2-40B4-BE49-F238E27FC236}">
                  <a16:creationId xmlns:a16="http://schemas.microsoft.com/office/drawing/2014/main" id="{0F9FDAE7-225B-4072-8907-6EAA06174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63" name="Freeform 32">
              <a:extLst>
                <a:ext uri="{FF2B5EF4-FFF2-40B4-BE49-F238E27FC236}">
                  <a16:creationId xmlns:a16="http://schemas.microsoft.com/office/drawing/2014/main" id="{9D49818B-8EA3-4B41-9783-EFE0C618C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64" name="Freeform 33">
              <a:extLst>
                <a:ext uri="{FF2B5EF4-FFF2-40B4-BE49-F238E27FC236}">
                  <a16:creationId xmlns:a16="http://schemas.microsoft.com/office/drawing/2014/main" id="{01903E65-D822-4457-B0A5-2F41682241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65" name="Freeform 34">
              <a:extLst>
                <a:ext uri="{FF2B5EF4-FFF2-40B4-BE49-F238E27FC236}">
                  <a16:creationId xmlns:a16="http://schemas.microsoft.com/office/drawing/2014/main" id="{A5CF9DAB-75BF-43D9-B1E7-817D1FAA00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66" name="Freeform 35">
              <a:extLst>
                <a:ext uri="{FF2B5EF4-FFF2-40B4-BE49-F238E27FC236}">
                  <a16:creationId xmlns:a16="http://schemas.microsoft.com/office/drawing/2014/main" id="{BB22916D-4BCF-4A4C-8714-A2564D34C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67" name="Freeform 36">
              <a:extLst>
                <a:ext uri="{FF2B5EF4-FFF2-40B4-BE49-F238E27FC236}">
                  <a16:creationId xmlns:a16="http://schemas.microsoft.com/office/drawing/2014/main" id="{4CD9F734-569E-44E7-BD53-6214E0F18C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68" name="Freeform 37">
              <a:extLst>
                <a:ext uri="{FF2B5EF4-FFF2-40B4-BE49-F238E27FC236}">
                  <a16:creationId xmlns:a16="http://schemas.microsoft.com/office/drawing/2014/main" id="{7A5DAACB-2F42-40C8-BF6A-75B79299F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69" name="Freeform 38">
              <a:extLst>
                <a:ext uri="{FF2B5EF4-FFF2-40B4-BE49-F238E27FC236}">
                  <a16:creationId xmlns:a16="http://schemas.microsoft.com/office/drawing/2014/main" id="{AD78E0F9-8568-4672-A22F-4ED5B1A96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4862322" y="624110"/>
            <a:ext cx="376613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50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0066CC"/>
                </a:solidFill>
              </a:defRPr>
            </a:pPr>
            <a:r>
              <a:rPr lang="en-US" sz="25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🎮 ¿Qué lenguaje elegir?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A5CD610-ED7C-4CED-A9A1-174432C88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4278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73" name="Freeform 11">
            <a:extLst>
              <a:ext uri="{FF2B5EF4-FFF2-40B4-BE49-F238E27FC236}">
                <a16:creationId xmlns:a16="http://schemas.microsoft.com/office/drawing/2014/main" id="{0C4379BF-8C7A-480A-BC36-DA55D92A9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3484278" y="714375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AR"/>
          </a:p>
        </p:txBody>
      </p:sp>
      <p:pic>
        <p:nvPicPr>
          <p:cNvPr id="5" name="Picture 4" descr="Aparatos de color neón">
            <a:extLst>
              <a:ext uri="{FF2B5EF4-FFF2-40B4-BE49-F238E27FC236}">
                <a16:creationId xmlns:a16="http://schemas.microsoft.com/office/drawing/2014/main" id="{E16DEE2B-4443-4EF8-B29D-50D1A1611E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793" r="45938"/>
          <a:stretch/>
        </p:blipFill>
        <p:spPr>
          <a:xfrm>
            <a:off x="-1166" y="1731"/>
            <a:ext cx="350331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28643" y="2133600"/>
            <a:ext cx="3799814" cy="3777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endParaRPr lang="en-US" sz="1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2400">
                <a:solidFill>
                  <a:srgbClr val="323232"/>
                </a:solidFill>
              </a:defRPr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</a:t>
            </a:r>
            <a:r>
              <a:rPr lang="en-US" sz="15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Principiante</a:t>
            </a: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Python, Lua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2400">
                <a:solidFill>
                  <a:srgbClr val="323232"/>
                </a:solidFill>
              </a:defRPr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</a:t>
            </a:r>
            <a:r>
              <a:rPr lang="en-US" sz="15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Juegos</a:t>
            </a: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web: JavaScript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2400">
                <a:solidFill>
                  <a:srgbClr val="323232"/>
                </a:solidFill>
              </a:defRPr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</a:t>
            </a:r>
            <a:r>
              <a:rPr lang="en-US" sz="15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Juegos</a:t>
            </a: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2D/3D: C# (Unity), C++ (Unreal)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2400">
                <a:solidFill>
                  <a:srgbClr val="323232"/>
                </a:solidFill>
              </a:defRPr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Mobile: Java/Kotlin (Android), Swift (iOS)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2400">
                <a:solidFill>
                  <a:srgbClr val="323232"/>
                </a:solidFill>
              </a:defRPr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✔️ </a:t>
            </a:r>
            <a:r>
              <a:rPr lang="en-US" sz="15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Depende</a:t>
            </a: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del motor de juego y del </a:t>
            </a:r>
            <a:r>
              <a:rPr lang="en-US" sz="15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tipo</a:t>
            </a: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</a:t>
            </a:r>
            <a:r>
              <a:rPr lang="en-US" sz="15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proyecto</a:t>
            </a:r>
            <a:endParaRPr lang="en-US" sz="1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398C59F-5A18-487B-91D6-B955AACF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0557FAFE-C7C3-47EC-A4F5-9B2166319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95BC28FB-3882-4674-9D79-EA58BEB7C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9C6EC892-83F9-402F-8552-0AD7C0556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18387766-037C-4EF0-8471-D19CBF2A4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1E364F38-6F3A-476A-93E6-962EA817C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35C335A4-1E67-4293-8BE2-DFB085D4F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9A8A0F10-2C98-4297-9F92-5D9553392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C3B112A3-006E-4008-A778-DB5F6A09D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E5E62767-5C25-4C49-9568-432433A3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598EC006-77B1-42BA-B815-66CCB9B170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A144ED09-DA06-491D-95A8-AB3DED432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1CB00BD2-11CD-4A38-8F38-02B0D1105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20234FB-542E-4550-9C2F-1B56FD41A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</p:grpSpPr>
        <p:sp>
          <p:nvSpPr>
            <p:cNvPr id="24" name="Freeform 27">
              <a:extLst>
                <a:ext uri="{FF2B5EF4-FFF2-40B4-BE49-F238E27FC236}">
                  <a16:creationId xmlns:a16="http://schemas.microsoft.com/office/drawing/2014/main" id="{41FCE1F3-DEB3-47CD-90FF-7DABB4AF4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5708E488-C19B-452C-B197-6F1C34F6E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6" name="Freeform 29">
              <a:extLst>
                <a:ext uri="{FF2B5EF4-FFF2-40B4-BE49-F238E27FC236}">
                  <a16:creationId xmlns:a16="http://schemas.microsoft.com/office/drawing/2014/main" id="{89D3FD25-890E-4981-A71D-EE796873D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51B5414C-556A-47CB-8EE2-974A85A7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8" name="Freeform 31">
              <a:extLst>
                <a:ext uri="{FF2B5EF4-FFF2-40B4-BE49-F238E27FC236}">
                  <a16:creationId xmlns:a16="http://schemas.microsoft.com/office/drawing/2014/main" id="{1C02B20C-2B27-4B75-8AEE-A5D2E2674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9" name="Freeform 32">
              <a:extLst>
                <a:ext uri="{FF2B5EF4-FFF2-40B4-BE49-F238E27FC236}">
                  <a16:creationId xmlns:a16="http://schemas.microsoft.com/office/drawing/2014/main" id="{54427714-F9AA-4F93-BD1D-400F1EA93F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0" name="Freeform 33">
              <a:extLst>
                <a:ext uri="{FF2B5EF4-FFF2-40B4-BE49-F238E27FC236}">
                  <a16:creationId xmlns:a16="http://schemas.microsoft.com/office/drawing/2014/main" id="{28A77D6A-9E81-497F-ABCC-2695BB5AD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1" name="Freeform 34">
              <a:extLst>
                <a:ext uri="{FF2B5EF4-FFF2-40B4-BE49-F238E27FC236}">
                  <a16:creationId xmlns:a16="http://schemas.microsoft.com/office/drawing/2014/main" id="{2A1533BA-1478-4F7C-8E24-3F3E90505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39686201-E633-40FD-A80A-1E28AD52E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76A215C2-F590-4938-810B-F8A79366C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4" name="Freeform 37">
              <a:extLst>
                <a:ext uri="{FF2B5EF4-FFF2-40B4-BE49-F238E27FC236}">
                  <a16:creationId xmlns:a16="http://schemas.microsoft.com/office/drawing/2014/main" id="{85F418E7-330D-4002-8EC8-33C1A897F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5" name="Freeform 38">
              <a:extLst>
                <a:ext uri="{FF2B5EF4-FFF2-40B4-BE49-F238E27FC236}">
                  <a16:creationId xmlns:a16="http://schemas.microsoft.com/office/drawing/2014/main" id="{8FFE669A-54C9-4436-9566-C5A90F16D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DE91395A-2D18-4AF6-A0AC-AAA7189FE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39" name="Freeform 11">
            <a:extLst>
              <a:ext uri="{FF2B5EF4-FFF2-40B4-BE49-F238E27FC236}">
                <a16:creationId xmlns:a16="http://schemas.microsoft.com/office/drawing/2014/main" id="{A57352BE-A213-4040-BE8E-D4A925AD9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AR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2B258D2B-6AC3-4B3A-A87C-FD7E65178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715" y="-1"/>
            <a:ext cx="915543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Una pila de dados en un papel">
            <a:extLst>
              <a:ext uri="{FF2B5EF4-FFF2-40B4-BE49-F238E27FC236}">
                <a16:creationId xmlns:a16="http://schemas.microsoft.com/office/drawing/2014/main" id="{50EFBA0C-9A7C-4DB4-58C3-AAF84A8918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28" r="14437"/>
          <a:stretch/>
        </p:blipFill>
        <p:spPr>
          <a:xfrm>
            <a:off x="20" y="10"/>
            <a:ext cx="5680810" cy="6857990"/>
          </a:xfrm>
          <a:prstGeom prst="rect">
            <a:avLst/>
          </a:prstGeom>
        </p:spPr>
      </p:pic>
      <p:sp>
        <p:nvSpPr>
          <p:cNvPr id="43" name="Freeform 5">
            <a:extLst>
              <a:ext uri="{FF2B5EF4-FFF2-40B4-BE49-F238E27FC236}">
                <a16:creationId xmlns:a16="http://schemas.microsoft.com/office/drawing/2014/main" id="{8D55DD8B-9BF9-4B91-A22D-2D3F2AEFF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659027"/>
            <a:ext cx="6782018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06400" y="787400"/>
            <a:ext cx="5359399" cy="7789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200">
              <a:solidFill>
                <a:srgbClr val="FE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0066CC"/>
                </a:solidFill>
              </a:defRPr>
            </a:pPr>
            <a:r>
              <a:rPr lang="en-US" sz="2200">
                <a:solidFill>
                  <a:srgbClr val="FEFFFF"/>
                </a:solidFill>
                <a:latin typeface="+mj-lt"/>
                <a:ea typeface="+mj-ea"/>
                <a:cs typeface="+mj-cs"/>
              </a:rPr>
              <a:t>🧪 Actividad Propuesta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5577" y="2017668"/>
            <a:ext cx="2812654" cy="38578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endParaRPr lang="en-US" sz="15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2400">
                <a:solidFill>
                  <a:srgbClr val="323232"/>
                </a:solidFill>
              </a:defRPr>
            </a:pP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</a:rPr>
              <a:t>• Buscar un juego famoso y averiguar qué lenguaje utiliza.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2400">
                <a:solidFill>
                  <a:srgbClr val="323232"/>
                </a:solidFill>
              </a:defRPr>
            </a:pP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</a:rPr>
              <a:t>• Probar crear un 'Hola Mundo' en Python, C++ o C#.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2400">
                <a:solidFill>
                  <a:srgbClr val="323232"/>
                </a:solidFill>
              </a:defRPr>
            </a:pPr>
            <a:r>
              <a:rPr lang="en-US" sz="1500">
                <a:solidFill>
                  <a:schemeClr val="tx1">
                    <a:lumMod val="95000"/>
                    <a:lumOff val="5000"/>
                  </a:schemeClr>
                </a:solidFill>
              </a:rPr>
              <a:t>• Comparar velocidad de ejecución y facilidad de uso.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83CFBA6-CE65-403A-9402-96B75FC89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59AF335C-09EE-4959-A2C9-B32F3C6C1D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94CCE8C7-E8BB-47EB-BBC7-5E8948F89F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2665878D-6479-49F4-BD1C-D1BE63CABA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C6400AEB-4991-4E07-8599-C36A9E354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0C2AEB7A-70D9-4DE7-B97A-0325DBC9F2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FC03DDD2-9CC7-40B7-A632-50BF3E3F6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7F0B3262-F0EC-44D3-AA37-9552D248C7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1839BD80-9BF2-49B4-BB03-B5AAB359BF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BDC00C45-9216-4702-A31A-391B1D89C4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5FB0F70F-34B9-4938-B487-312A0BF0E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791D1EE1-5A08-47A7-8D44-0940DEF5B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E04F3404-E41A-43F9-AC45-52EB0874B4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1BC7BDB-967A-4559-AA14-041BCB872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</p:grpSpPr>
        <p:sp>
          <p:nvSpPr>
            <p:cNvPr id="24" name="Freeform 27">
              <a:extLst>
                <a:ext uri="{FF2B5EF4-FFF2-40B4-BE49-F238E27FC236}">
                  <a16:creationId xmlns:a16="http://schemas.microsoft.com/office/drawing/2014/main" id="{A39F46EA-3E4A-46CA-BCB8-CA695ED3F4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491A4A32-7F8C-4CA7-9281-9761F03571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6" name="Freeform 29">
              <a:extLst>
                <a:ext uri="{FF2B5EF4-FFF2-40B4-BE49-F238E27FC236}">
                  <a16:creationId xmlns:a16="http://schemas.microsoft.com/office/drawing/2014/main" id="{46B02D76-3CD9-4DF5-A3AD-793E7204E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E579A2FB-E98B-4144-9D52-3A72BD8D1B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8" name="Freeform 31">
              <a:extLst>
                <a:ext uri="{FF2B5EF4-FFF2-40B4-BE49-F238E27FC236}">
                  <a16:creationId xmlns:a16="http://schemas.microsoft.com/office/drawing/2014/main" id="{65E500DD-EB71-44B5-A2FA-88E996435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9" name="Freeform 32">
              <a:extLst>
                <a:ext uri="{FF2B5EF4-FFF2-40B4-BE49-F238E27FC236}">
                  <a16:creationId xmlns:a16="http://schemas.microsoft.com/office/drawing/2014/main" id="{04D6AAD6-45AE-454A-9206-8B90E8A26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0" name="Freeform 33">
              <a:extLst>
                <a:ext uri="{FF2B5EF4-FFF2-40B4-BE49-F238E27FC236}">
                  <a16:creationId xmlns:a16="http://schemas.microsoft.com/office/drawing/2014/main" id="{F7399B13-8510-45F6-98C4-0F14C0B37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1" name="Freeform 34">
              <a:extLst>
                <a:ext uri="{FF2B5EF4-FFF2-40B4-BE49-F238E27FC236}">
                  <a16:creationId xmlns:a16="http://schemas.microsoft.com/office/drawing/2014/main" id="{CA595445-6A38-4465-9A5D-9705388D93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21D40BAF-4AE0-46F4-BD65-057F0DC66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B17F2D73-16DF-4138-B72D-E5B204717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4" name="Freeform 37">
              <a:extLst>
                <a:ext uri="{FF2B5EF4-FFF2-40B4-BE49-F238E27FC236}">
                  <a16:creationId xmlns:a16="http://schemas.microsoft.com/office/drawing/2014/main" id="{DB8ABBC2-6C0C-4F6E-97EB-55B3B7B2F3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5" name="Freeform 38">
              <a:extLst>
                <a:ext uri="{FF2B5EF4-FFF2-40B4-BE49-F238E27FC236}">
                  <a16:creationId xmlns:a16="http://schemas.microsoft.com/office/drawing/2014/main" id="{7A49885E-6B05-41B6-B47F-9D24456F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BDADA868-08FE-425A-AEF9-B622F9373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39" name="Freeform 11">
            <a:extLst>
              <a:ext uri="{FF2B5EF4-FFF2-40B4-BE49-F238E27FC236}">
                <a16:creationId xmlns:a16="http://schemas.microsoft.com/office/drawing/2014/main" id="{4AE17B7F-6C2F-42A9-946F-8FF49617D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966DD2F-FBF5-41CE-A3F4-565352D95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346172" y="624110"/>
            <a:ext cx="7284749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endParaRPr lang="en-US" sz="330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0066CC"/>
                </a:solidFill>
              </a:defRPr>
            </a:pPr>
            <a:r>
              <a:rPr lang="en-US" sz="33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🛠️ Motores de Juego y Lenguajes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46FCE2B-F2D2-466E-B0AA-8E341DB498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45" name="Freeform 11">
            <a:extLst>
              <a:ext uri="{FF2B5EF4-FFF2-40B4-BE49-F238E27FC236}">
                <a16:creationId xmlns:a16="http://schemas.microsoft.com/office/drawing/2014/main" id="{2BD31C98-199A-4722-A1A5-4393A43E7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AR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E8221248-E307-B3A3-9DC4-7A1E101F81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3637926"/>
              </p:ext>
            </p:extLst>
          </p:nvPr>
        </p:nvGraphicFramePr>
        <p:xfrm>
          <a:off x="1346172" y="2222983"/>
          <a:ext cx="6740553" cy="3653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220</TotalTime>
  <Words>462</Words>
  <Application>Microsoft Office PowerPoint</Application>
  <PresentationFormat>Presentación en pantalla (4:3)</PresentationFormat>
  <Paragraphs>77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Espiral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MARIANO VOLKER</cp:lastModifiedBy>
  <cp:revision>5</cp:revision>
  <dcterms:created xsi:type="dcterms:W3CDTF">2013-01-27T09:14:16Z</dcterms:created>
  <dcterms:modified xsi:type="dcterms:W3CDTF">2025-04-07T04:23:37Z</dcterms:modified>
  <cp:category/>
</cp:coreProperties>
</file>