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Funciones, Ámbito, Arrays y Algoritmos en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Tecnicatura en Videojuegos -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función?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Bloque de código reutilizable.</a:t>
            </a:r>
          </a:p>
          <a:p>
            <a:r>
              <a:t>Se puede invocar con distintos argumentos.</a:t>
            </a:r>
          </a:p>
          <a:p>
            <a:r>
              <a:t>Puede devolver un valor.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básico de función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def saludar(nombre):</a:t>
            </a:r>
            <a:br/>
            <a:r>
              <a:t>    print(f"Hola, {nombre}!")</a:t>
            </a:r>
            <a:br/>
            <a:br/>
            <a:r>
              <a:t>saludar("Alex")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Ámbito de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 local: definida dentro de una función.</a:t>
            </a:r>
          </a:p>
          <a:p>
            <a:r>
              <a:t>Variable global: definida fuera de funciones.</a:t>
            </a:r>
          </a:p>
          <a:p>
            <a:r>
              <a:t>Evitar modificar variables globales desde funciones.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ámbitos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x = 10</a:t>
            </a:r>
            <a:br/>
            <a:br/>
            <a:r>
              <a:t>def modificar():</a:t>
            </a:r>
            <a:br/>
            <a:r>
              <a:t>    x = 5  # Esta x es local</a:t>
            </a:r>
            <a:br/>
            <a:r>
              <a:t>    print(x)</a:t>
            </a:r>
            <a:br/>
            <a:br/>
            <a:r>
              <a:t>modificar()</a:t>
            </a:r>
            <a:br/>
            <a:r>
              <a:t>print(x)  # Esta x es la 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Estructura que almacena múltiples valores.</a:t>
            </a:r>
          </a:p>
          <a:p>
            <a:r>
              <a:t>Acceso por índice, puede modificarse.</a:t>
            </a:r>
          </a:p>
          <a:p>
            <a:r>
              <a:t>Usos comunes: recorrer, ordenar, buscar.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personajes = ["Mario", "Link", "Samus"]</a:t>
            </a:r>
            <a:br/>
            <a:r>
              <a:t>print(personajes[1])</a:t>
            </a:r>
            <a:br/>
            <a:r>
              <a:t>personajes.append("Kirby")</a:t>
            </a:r>
            <a:br/>
            <a:r>
              <a:t>print(personajes)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Ordenamiento de listas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sort(): ordena en lugar.</a:t>
            </a:r>
          </a:p>
          <a:p>
            <a:r>
              <a:t>sorted(): devuelve una nueva lista ordenada.</a:t>
            </a:r>
          </a:p>
          <a:p>
            <a:r>
              <a:t>Ejemplo: orden alfabético o numérico.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ordenamiento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niveles = [3, 1, 4, 2]</a:t>
            </a:r>
            <a:br/>
            <a:r>
              <a:t>niveles.sort()</a:t>
            </a:r>
            <a:br/>
            <a:r>
              <a:t>print(niveles)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Búsqueda en listas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Búsqueda secuencial: recorre elemento a elemento.</a:t>
            </a:r>
          </a:p>
          <a:p>
            <a:r>
              <a:t>Búsqueda binaria: requiere lista ordenada.</a:t>
            </a:r>
          </a:p>
          <a:p>
            <a:r>
              <a:t>Usar cuando la eficiencia es importante.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búsqueda secuencial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def buscar(lista, objetivo):</a:t>
            </a:r>
            <a:br/>
            <a:r>
              <a:t>    for i, valor in enumerate(lista):</a:t>
            </a:r>
            <a:br/>
            <a:r>
              <a:t>        if valor == objetivo:</a:t>
            </a:r>
            <a:br/>
            <a:r>
              <a:t>            return i</a:t>
            </a:r>
            <a:br/>
            <a:r>
              <a:t>    return -1</a:t>
            </a:r>
            <a:br/>
            <a:br/>
            <a:r>
              <a:t>print(buscar([10, 20, 30], 20))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Crear una función que reciba una lista de puntajes de jugadores.</a:t>
            </a:r>
          </a:p>
          <a:p>
            <a:r>
              <a:t>Ordenar los puntajes de mayor a menor.</a:t>
            </a:r>
          </a:p>
          <a:p>
            <a:r>
              <a:t>Buscar si un puntaje específico está en la lista.</a:t>
            </a:r>
          </a:p>
          <a:p>
            <a:r>
              <a:t>Mostrar el resultado con índice si existe.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